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3" r:id="rId1"/>
  </p:sldMasterIdLst>
  <p:notesMasterIdLst>
    <p:notesMasterId r:id="rId39"/>
  </p:notesMasterIdLst>
  <p:handoutMasterIdLst>
    <p:handoutMasterId r:id="rId40"/>
  </p:handoutMasterIdLst>
  <p:sldIdLst>
    <p:sldId id="318" r:id="rId2"/>
    <p:sldId id="257" r:id="rId3"/>
    <p:sldId id="268" r:id="rId4"/>
    <p:sldId id="258" r:id="rId5"/>
    <p:sldId id="289" r:id="rId6"/>
    <p:sldId id="303" r:id="rId7"/>
    <p:sldId id="304" r:id="rId8"/>
    <p:sldId id="281" r:id="rId9"/>
    <p:sldId id="305" r:id="rId10"/>
    <p:sldId id="269" r:id="rId11"/>
    <p:sldId id="297" r:id="rId12"/>
    <p:sldId id="302" r:id="rId13"/>
    <p:sldId id="300" r:id="rId14"/>
    <p:sldId id="311" r:id="rId15"/>
    <p:sldId id="328" r:id="rId16"/>
    <p:sldId id="312" r:id="rId17"/>
    <p:sldId id="272" r:id="rId18"/>
    <p:sldId id="273" r:id="rId19"/>
    <p:sldId id="274" r:id="rId20"/>
    <p:sldId id="319" r:id="rId21"/>
    <p:sldId id="320" r:id="rId22"/>
    <p:sldId id="321" r:id="rId23"/>
    <p:sldId id="288" r:id="rId24"/>
    <p:sldId id="329" r:id="rId25"/>
    <p:sldId id="327" r:id="rId26"/>
    <p:sldId id="326" r:id="rId27"/>
    <p:sldId id="324" r:id="rId28"/>
    <p:sldId id="325" r:id="rId29"/>
    <p:sldId id="299" r:id="rId30"/>
    <p:sldId id="309" r:id="rId31"/>
    <p:sldId id="287" r:id="rId32"/>
    <p:sldId id="313" r:id="rId33"/>
    <p:sldId id="323" r:id="rId34"/>
    <p:sldId id="322" r:id="rId35"/>
    <p:sldId id="315" r:id="rId36"/>
    <p:sldId id="316" r:id="rId37"/>
    <p:sldId id="267" r:id="rId38"/>
  </p:sldIdLst>
  <p:sldSz cx="9144000" cy="5143500" type="screen16x9"/>
  <p:notesSz cx="6858000" cy="9144000"/>
  <p:embeddedFontLst>
    <p:embeddedFont>
      <p:font typeface="Aptos Narrow" panose="020B0004020202020204" pitchFamily="34" charset="0"/>
      <p:regular r:id="rId41"/>
    </p:embeddedFont>
    <p:embeddedFont>
      <p:font typeface="Bahnschrift SemiBold" panose="020B0502040204020203" pitchFamily="34" charset="0"/>
      <p:bold r:id="rId42"/>
    </p:embeddedFont>
    <p:embeddedFont>
      <p:font typeface="Lato" panose="020F0502020204030203" pitchFamily="34" charset="0"/>
      <p:regular r:id="rId43"/>
      <p:bold r:id="rId44"/>
      <p:italic r:id="rId45"/>
      <p:boldItalic r:id="rId46"/>
    </p:embeddedFont>
    <p:embeddedFont>
      <p:font typeface="Roboto" panose="02000000000000000000" pitchFamily="2" charset="0"/>
      <p:regular r:id="rId47"/>
      <p:bold r:id="rId48"/>
      <p:italic r:id="rId49"/>
      <p:boldItalic r:id="rId50"/>
    </p:embeddedFont>
    <p:embeddedFont>
      <p:font typeface="Trebuchet MS" panose="020B0603020202020204" pitchFamily="34" charset="0"/>
      <p:regular r:id="rId51"/>
      <p:bold r:id="rId52"/>
      <p:italic r:id="rId53"/>
      <p:boldItalic r:id="rId54"/>
    </p:embeddedFont>
    <p:embeddedFont>
      <p:font typeface="Wingdings 3" panose="05040102010807070707" pitchFamily="18" charset="2"/>
      <p:regular r:id="rId5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60A6E-C5B3-426E-A2AD-5D4890DC5FA5}" v="7" dt="2023-03-23T16:51:03.970"/>
    <p1510:client id="{5CFB020D-7BB4-41D8-84C2-7AE4F0260DF0}" v="401" dt="2023-03-16T07:05:19.103"/>
    <p1510:client id="{9D64E08A-5C5D-46F4-9874-A063AFF026FF}" v="709" dt="2023-03-16T02:34:23.162"/>
    <p1510:client id="{D102FACA-84AF-454F-B73A-365046F19A5E}" v="567" dt="2023-03-23T16:37:47.934"/>
    <p1510:client id="{E2DB736A-7F67-4D08-A3E2-DBC071FC137F}" v="55" dt="2023-03-23T17:07:46.5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microsoft.com/office/2015/10/relationships/revisionInfo" Target="revisionInfo.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 Id="rId4" Type="http://schemas.openxmlformats.org/officeDocument/2006/relationships/image" Target="../media/image4.png"/></Relationships>
</file>

<file path=ppt/diagrams/_rels/data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 Id="rId4" Type="http://schemas.openxmlformats.org/officeDocument/2006/relationships/image" Target="../media/image4.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582024-CEEA-41BB-A639-988E0D45425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AA3BB574-861F-4234-8456-860214152396}">
      <dgm:prSet/>
      <dgm:spPr/>
      <dgm:t>
        <a:bodyPr/>
        <a:lstStyle/>
        <a:p>
          <a:r>
            <a:rPr lang="en-US" dirty="0"/>
            <a:t>Detect spam messages</a:t>
          </a:r>
        </a:p>
      </dgm:t>
    </dgm:pt>
    <dgm:pt modelId="{914DD18B-711C-49BB-A8F7-167C116076C2}" type="parTrans" cxnId="{D25B5D17-B5AE-4029-982B-51B338295CC4}">
      <dgm:prSet/>
      <dgm:spPr/>
      <dgm:t>
        <a:bodyPr/>
        <a:lstStyle/>
        <a:p>
          <a:endParaRPr lang="en-US"/>
        </a:p>
      </dgm:t>
    </dgm:pt>
    <dgm:pt modelId="{237F73A1-950A-4483-B7D5-49988780BB41}" type="sibTrans" cxnId="{D25B5D17-B5AE-4029-982B-51B338295CC4}">
      <dgm:prSet/>
      <dgm:spPr/>
      <dgm:t>
        <a:bodyPr/>
        <a:lstStyle/>
        <a:p>
          <a:endParaRPr lang="en-US"/>
        </a:p>
      </dgm:t>
    </dgm:pt>
    <dgm:pt modelId="{765B2B2F-DEBC-4DCF-923B-6A46E14C464D}">
      <dgm:prSet/>
      <dgm:spPr/>
      <dgm:t>
        <a:bodyPr/>
        <a:lstStyle/>
        <a:p>
          <a:pPr rtl="0"/>
          <a:r>
            <a:rPr lang="en-US" dirty="0">
              <a:latin typeface="Trebuchet MS"/>
            </a:rPr>
            <a:t>Efficient </a:t>
          </a:r>
          <a:r>
            <a:rPr lang="en-US" dirty="0"/>
            <a:t> communication</a:t>
          </a:r>
        </a:p>
      </dgm:t>
    </dgm:pt>
    <dgm:pt modelId="{C890C72A-CBC7-4C7F-A71C-63883CB298A5}" type="parTrans" cxnId="{2954A0E4-CE20-4831-8948-78AA5FFD8763}">
      <dgm:prSet/>
      <dgm:spPr/>
      <dgm:t>
        <a:bodyPr/>
        <a:lstStyle/>
        <a:p>
          <a:endParaRPr lang="en-US"/>
        </a:p>
      </dgm:t>
    </dgm:pt>
    <dgm:pt modelId="{69122C82-FBFF-4C8E-8660-AA17508B2D00}" type="sibTrans" cxnId="{2954A0E4-CE20-4831-8948-78AA5FFD8763}">
      <dgm:prSet/>
      <dgm:spPr/>
      <dgm:t>
        <a:bodyPr/>
        <a:lstStyle/>
        <a:p>
          <a:endParaRPr lang="en-US"/>
        </a:p>
      </dgm:t>
    </dgm:pt>
    <dgm:pt modelId="{3DEA00E1-5D0B-4F33-B436-6DF8FCCBB644}" type="pres">
      <dgm:prSet presAssocID="{0D582024-CEEA-41BB-A639-988E0D45425A}" presName="hierChild1" presStyleCnt="0">
        <dgm:presLayoutVars>
          <dgm:chPref val="1"/>
          <dgm:dir/>
          <dgm:animOne val="branch"/>
          <dgm:animLvl val="lvl"/>
          <dgm:resizeHandles/>
        </dgm:presLayoutVars>
      </dgm:prSet>
      <dgm:spPr/>
    </dgm:pt>
    <dgm:pt modelId="{DA4B5FAE-0355-4B9C-8AD4-C7ECB4A37006}" type="pres">
      <dgm:prSet presAssocID="{AA3BB574-861F-4234-8456-860214152396}" presName="hierRoot1" presStyleCnt="0"/>
      <dgm:spPr/>
    </dgm:pt>
    <dgm:pt modelId="{9795DB2C-CEF2-4B7F-8F1F-5515EB454FB3}" type="pres">
      <dgm:prSet presAssocID="{AA3BB574-861F-4234-8456-860214152396}" presName="composite" presStyleCnt="0"/>
      <dgm:spPr/>
    </dgm:pt>
    <dgm:pt modelId="{41185193-AA99-4FD4-88E2-A8372D6DEC49}" type="pres">
      <dgm:prSet presAssocID="{AA3BB574-861F-4234-8456-860214152396}" presName="background" presStyleLbl="node0" presStyleIdx="0" presStyleCnt="2"/>
      <dgm:spPr/>
    </dgm:pt>
    <dgm:pt modelId="{9FA13728-67DB-4862-B6D1-1EA6C412F832}" type="pres">
      <dgm:prSet presAssocID="{AA3BB574-861F-4234-8456-860214152396}" presName="text" presStyleLbl="fgAcc0" presStyleIdx="0" presStyleCnt="2">
        <dgm:presLayoutVars>
          <dgm:chPref val="3"/>
        </dgm:presLayoutVars>
      </dgm:prSet>
      <dgm:spPr/>
    </dgm:pt>
    <dgm:pt modelId="{E36D78EF-13CB-42E9-A5F7-2A8CCC1193B0}" type="pres">
      <dgm:prSet presAssocID="{AA3BB574-861F-4234-8456-860214152396}" presName="hierChild2" presStyleCnt="0"/>
      <dgm:spPr/>
    </dgm:pt>
    <dgm:pt modelId="{5FD188FF-2891-4AE9-ACB1-E7FEA40A037D}" type="pres">
      <dgm:prSet presAssocID="{765B2B2F-DEBC-4DCF-923B-6A46E14C464D}" presName="hierRoot1" presStyleCnt="0"/>
      <dgm:spPr/>
    </dgm:pt>
    <dgm:pt modelId="{104C39F3-B6A7-469E-BD40-F64D9FDEA51D}" type="pres">
      <dgm:prSet presAssocID="{765B2B2F-DEBC-4DCF-923B-6A46E14C464D}" presName="composite" presStyleCnt="0"/>
      <dgm:spPr/>
    </dgm:pt>
    <dgm:pt modelId="{A2E78117-7FD0-4689-BADE-05F84859EFCD}" type="pres">
      <dgm:prSet presAssocID="{765B2B2F-DEBC-4DCF-923B-6A46E14C464D}" presName="background" presStyleLbl="node0" presStyleIdx="1" presStyleCnt="2"/>
      <dgm:spPr/>
    </dgm:pt>
    <dgm:pt modelId="{0CFB5555-0AB3-4B37-879D-8EBAA359490B}" type="pres">
      <dgm:prSet presAssocID="{765B2B2F-DEBC-4DCF-923B-6A46E14C464D}" presName="text" presStyleLbl="fgAcc0" presStyleIdx="1" presStyleCnt="2">
        <dgm:presLayoutVars>
          <dgm:chPref val="3"/>
        </dgm:presLayoutVars>
      </dgm:prSet>
      <dgm:spPr/>
    </dgm:pt>
    <dgm:pt modelId="{E1115D6F-F694-45BF-BB45-D4F43F9E762C}" type="pres">
      <dgm:prSet presAssocID="{765B2B2F-DEBC-4DCF-923B-6A46E14C464D}" presName="hierChild2" presStyleCnt="0"/>
      <dgm:spPr/>
    </dgm:pt>
  </dgm:ptLst>
  <dgm:cxnLst>
    <dgm:cxn modelId="{61337915-661C-47DE-9F82-BC111CB34E00}" type="presOf" srcId="{AA3BB574-861F-4234-8456-860214152396}" destId="{9FA13728-67DB-4862-B6D1-1EA6C412F832}" srcOrd="0" destOrd="0" presId="urn:microsoft.com/office/officeart/2005/8/layout/hierarchy1"/>
    <dgm:cxn modelId="{D25B5D17-B5AE-4029-982B-51B338295CC4}" srcId="{0D582024-CEEA-41BB-A639-988E0D45425A}" destId="{AA3BB574-861F-4234-8456-860214152396}" srcOrd="0" destOrd="0" parTransId="{914DD18B-711C-49BB-A8F7-167C116076C2}" sibTransId="{237F73A1-950A-4483-B7D5-49988780BB41}"/>
    <dgm:cxn modelId="{79C9F571-2937-4E7F-BBB2-703C290F7228}" type="presOf" srcId="{0D582024-CEEA-41BB-A639-988E0D45425A}" destId="{3DEA00E1-5D0B-4F33-B436-6DF8FCCBB644}" srcOrd="0" destOrd="0" presId="urn:microsoft.com/office/officeart/2005/8/layout/hierarchy1"/>
    <dgm:cxn modelId="{F1A598C5-B333-488A-A3C6-D834B6275175}" type="presOf" srcId="{765B2B2F-DEBC-4DCF-923B-6A46E14C464D}" destId="{0CFB5555-0AB3-4B37-879D-8EBAA359490B}" srcOrd="0" destOrd="0" presId="urn:microsoft.com/office/officeart/2005/8/layout/hierarchy1"/>
    <dgm:cxn modelId="{2954A0E4-CE20-4831-8948-78AA5FFD8763}" srcId="{0D582024-CEEA-41BB-A639-988E0D45425A}" destId="{765B2B2F-DEBC-4DCF-923B-6A46E14C464D}" srcOrd="1" destOrd="0" parTransId="{C890C72A-CBC7-4C7F-A71C-63883CB298A5}" sibTransId="{69122C82-FBFF-4C8E-8660-AA17508B2D00}"/>
    <dgm:cxn modelId="{78777D96-059B-4EAB-9138-6CC95E7CF148}" type="presParOf" srcId="{3DEA00E1-5D0B-4F33-B436-6DF8FCCBB644}" destId="{DA4B5FAE-0355-4B9C-8AD4-C7ECB4A37006}" srcOrd="0" destOrd="0" presId="urn:microsoft.com/office/officeart/2005/8/layout/hierarchy1"/>
    <dgm:cxn modelId="{09097111-E12D-4308-A5ED-7BFB0D39C3DF}" type="presParOf" srcId="{DA4B5FAE-0355-4B9C-8AD4-C7ECB4A37006}" destId="{9795DB2C-CEF2-4B7F-8F1F-5515EB454FB3}" srcOrd="0" destOrd="0" presId="urn:microsoft.com/office/officeart/2005/8/layout/hierarchy1"/>
    <dgm:cxn modelId="{12A48A09-BEE4-44BB-9B98-938822BB6893}" type="presParOf" srcId="{9795DB2C-CEF2-4B7F-8F1F-5515EB454FB3}" destId="{41185193-AA99-4FD4-88E2-A8372D6DEC49}" srcOrd="0" destOrd="0" presId="urn:microsoft.com/office/officeart/2005/8/layout/hierarchy1"/>
    <dgm:cxn modelId="{C29CE6E9-F4AF-4D80-A69B-88B510C5E07F}" type="presParOf" srcId="{9795DB2C-CEF2-4B7F-8F1F-5515EB454FB3}" destId="{9FA13728-67DB-4862-B6D1-1EA6C412F832}" srcOrd="1" destOrd="0" presId="urn:microsoft.com/office/officeart/2005/8/layout/hierarchy1"/>
    <dgm:cxn modelId="{C78F08B5-BF53-47E1-8ACB-6FE3325648D1}" type="presParOf" srcId="{DA4B5FAE-0355-4B9C-8AD4-C7ECB4A37006}" destId="{E36D78EF-13CB-42E9-A5F7-2A8CCC1193B0}" srcOrd="1" destOrd="0" presId="urn:microsoft.com/office/officeart/2005/8/layout/hierarchy1"/>
    <dgm:cxn modelId="{EF673EB3-561B-4A87-9C46-536308ED0B70}" type="presParOf" srcId="{3DEA00E1-5D0B-4F33-B436-6DF8FCCBB644}" destId="{5FD188FF-2891-4AE9-ACB1-E7FEA40A037D}" srcOrd="1" destOrd="0" presId="urn:microsoft.com/office/officeart/2005/8/layout/hierarchy1"/>
    <dgm:cxn modelId="{BBE4D31C-4287-48ED-A36B-C074D2C03DC4}" type="presParOf" srcId="{5FD188FF-2891-4AE9-ACB1-E7FEA40A037D}" destId="{104C39F3-B6A7-469E-BD40-F64D9FDEA51D}" srcOrd="0" destOrd="0" presId="urn:microsoft.com/office/officeart/2005/8/layout/hierarchy1"/>
    <dgm:cxn modelId="{5C9B1E49-24B8-4611-81DB-E096CCCADEA6}" type="presParOf" srcId="{104C39F3-B6A7-469E-BD40-F64D9FDEA51D}" destId="{A2E78117-7FD0-4689-BADE-05F84859EFCD}" srcOrd="0" destOrd="0" presId="urn:microsoft.com/office/officeart/2005/8/layout/hierarchy1"/>
    <dgm:cxn modelId="{5204F976-CBE9-4006-BB23-3EA27A19F5B2}" type="presParOf" srcId="{104C39F3-B6A7-469E-BD40-F64D9FDEA51D}" destId="{0CFB5555-0AB3-4B37-879D-8EBAA359490B}" srcOrd="1" destOrd="0" presId="urn:microsoft.com/office/officeart/2005/8/layout/hierarchy1"/>
    <dgm:cxn modelId="{7FCD8F23-F93F-4BFF-B8C4-A284DBB8EBDE}" type="presParOf" srcId="{5FD188FF-2891-4AE9-ACB1-E7FEA40A037D}" destId="{E1115D6F-F694-45BF-BB45-D4F43F9E762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3387DD-BF75-4F04-81CD-32F8B49DFAB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AB53663-681B-4A52-8A54-9EF53AE19793}">
      <dgm:prSet/>
      <dgm:spPr/>
      <dgm:t>
        <a:bodyPr/>
        <a:lstStyle/>
        <a:p>
          <a:pPr>
            <a:lnSpc>
              <a:spcPct val="100000"/>
            </a:lnSpc>
            <a:defRPr cap="all"/>
          </a:pPr>
          <a:r>
            <a:rPr lang="en-US"/>
            <a:t>Security</a:t>
          </a:r>
        </a:p>
      </dgm:t>
    </dgm:pt>
    <dgm:pt modelId="{2EE943B7-9191-495F-89BA-09918B9E7ED4}" type="parTrans" cxnId="{051C6CB4-0F40-4EC3-B7C1-A0AE85D1598F}">
      <dgm:prSet/>
      <dgm:spPr/>
      <dgm:t>
        <a:bodyPr/>
        <a:lstStyle/>
        <a:p>
          <a:endParaRPr lang="en-US"/>
        </a:p>
      </dgm:t>
    </dgm:pt>
    <dgm:pt modelId="{8877D6D6-9118-477E-8AE5-C14ED66CA7DF}" type="sibTrans" cxnId="{051C6CB4-0F40-4EC3-B7C1-A0AE85D1598F}">
      <dgm:prSet/>
      <dgm:spPr/>
      <dgm:t>
        <a:bodyPr/>
        <a:lstStyle/>
        <a:p>
          <a:endParaRPr lang="en-US"/>
        </a:p>
      </dgm:t>
    </dgm:pt>
    <dgm:pt modelId="{49015EC5-F88B-410B-99B3-3DE9EEDE1537}">
      <dgm:prSet/>
      <dgm:spPr/>
      <dgm:t>
        <a:bodyPr/>
        <a:lstStyle/>
        <a:p>
          <a:pPr>
            <a:lnSpc>
              <a:spcPct val="100000"/>
            </a:lnSpc>
            <a:defRPr cap="all"/>
          </a:pPr>
          <a:r>
            <a:rPr lang="en-US"/>
            <a:t>Reliability</a:t>
          </a:r>
        </a:p>
      </dgm:t>
    </dgm:pt>
    <dgm:pt modelId="{FF91F624-696B-4DF6-93B9-4E3BB2956496}" type="parTrans" cxnId="{53DA3D7F-2C04-4B46-B533-05F3788A2214}">
      <dgm:prSet/>
      <dgm:spPr/>
      <dgm:t>
        <a:bodyPr/>
        <a:lstStyle/>
        <a:p>
          <a:endParaRPr lang="en-US"/>
        </a:p>
      </dgm:t>
    </dgm:pt>
    <dgm:pt modelId="{33C9B5CF-4F65-4B5E-AF24-25CE408F0735}" type="sibTrans" cxnId="{53DA3D7F-2C04-4B46-B533-05F3788A2214}">
      <dgm:prSet/>
      <dgm:spPr/>
      <dgm:t>
        <a:bodyPr/>
        <a:lstStyle/>
        <a:p>
          <a:endParaRPr lang="en-US"/>
        </a:p>
      </dgm:t>
    </dgm:pt>
    <dgm:pt modelId="{F47B7064-5BD5-4FCE-842C-CC94AA7C19AE}">
      <dgm:prSet/>
      <dgm:spPr/>
      <dgm:t>
        <a:bodyPr/>
        <a:lstStyle/>
        <a:p>
          <a:pPr>
            <a:lnSpc>
              <a:spcPct val="100000"/>
            </a:lnSpc>
            <a:defRPr cap="all"/>
          </a:pPr>
          <a:r>
            <a:rPr lang="en-US" dirty="0"/>
            <a:t>PERFORMANCE</a:t>
          </a:r>
        </a:p>
      </dgm:t>
    </dgm:pt>
    <dgm:pt modelId="{3640FE4C-5592-42C9-BD4A-E7BE9CF7AA1B}" type="parTrans" cxnId="{D6B38BEA-6396-468A-92D7-2F35C4F83C4C}">
      <dgm:prSet/>
      <dgm:spPr/>
      <dgm:t>
        <a:bodyPr/>
        <a:lstStyle/>
        <a:p>
          <a:endParaRPr lang="en-US"/>
        </a:p>
      </dgm:t>
    </dgm:pt>
    <dgm:pt modelId="{5F15B436-CE5B-490A-9AA3-8CAE61B0031D}" type="sibTrans" cxnId="{D6B38BEA-6396-468A-92D7-2F35C4F83C4C}">
      <dgm:prSet/>
      <dgm:spPr/>
      <dgm:t>
        <a:bodyPr/>
        <a:lstStyle/>
        <a:p>
          <a:endParaRPr lang="en-US"/>
        </a:p>
      </dgm:t>
    </dgm:pt>
    <dgm:pt modelId="{14576767-256D-45B5-9DCD-89FC96AC6CF5}" type="pres">
      <dgm:prSet presAssocID="{9E3387DD-BF75-4F04-81CD-32F8B49DFAB7}" presName="root" presStyleCnt="0">
        <dgm:presLayoutVars>
          <dgm:dir/>
          <dgm:resizeHandles val="exact"/>
        </dgm:presLayoutVars>
      </dgm:prSet>
      <dgm:spPr/>
    </dgm:pt>
    <dgm:pt modelId="{B79B1995-9C2C-4418-A614-92E794531953}" type="pres">
      <dgm:prSet presAssocID="{8AB53663-681B-4A52-8A54-9EF53AE19793}" presName="compNode" presStyleCnt="0"/>
      <dgm:spPr/>
    </dgm:pt>
    <dgm:pt modelId="{DF43B1D8-FD3D-4DA9-88F5-DD84DC415E51}" type="pres">
      <dgm:prSet presAssocID="{8AB53663-681B-4A52-8A54-9EF53AE19793}" presName="iconBgRect" presStyleLbl="bgShp" presStyleIdx="0" presStyleCnt="3"/>
      <dgm:spPr>
        <a:prstGeom prst="round2DiagRect">
          <a:avLst>
            <a:gd name="adj1" fmla="val 29727"/>
            <a:gd name="adj2" fmla="val 0"/>
          </a:avLst>
        </a:prstGeom>
      </dgm:spPr>
    </dgm:pt>
    <dgm:pt modelId="{B6B8A581-2EEA-4CCE-951B-10E10AF5AA15}" type="pres">
      <dgm:prSet presAssocID="{8AB53663-681B-4A52-8A54-9EF53AE197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8000" b="-8000"/>
          </a:stretch>
        </a:blipFill>
        <a:ln>
          <a:noFill/>
        </a:ln>
      </dgm:spPr>
    </dgm:pt>
    <dgm:pt modelId="{89A02016-9BC9-4704-9FE9-788B5C91BF5C}" type="pres">
      <dgm:prSet presAssocID="{8AB53663-681B-4A52-8A54-9EF53AE19793}" presName="spaceRect" presStyleCnt="0"/>
      <dgm:spPr/>
    </dgm:pt>
    <dgm:pt modelId="{BB8A645C-F1CE-48D9-8EAE-6894A97505A1}" type="pres">
      <dgm:prSet presAssocID="{8AB53663-681B-4A52-8A54-9EF53AE19793}" presName="textRect" presStyleLbl="revTx" presStyleIdx="0" presStyleCnt="3">
        <dgm:presLayoutVars>
          <dgm:chMax val="1"/>
          <dgm:chPref val="1"/>
        </dgm:presLayoutVars>
      </dgm:prSet>
      <dgm:spPr/>
    </dgm:pt>
    <dgm:pt modelId="{3E7D440E-A6B3-4806-8D4E-391BF5091EDE}" type="pres">
      <dgm:prSet presAssocID="{8877D6D6-9118-477E-8AE5-C14ED66CA7DF}" presName="sibTrans" presStyleCnt="0"/>
      <dgm:spPr/>
    </dgm:pt>
    <dgm:pt modelId="{44A34DAB-E3E5-4DAA-847E-96C2F203EA48}" type="pres">
      <dgm:prSet presAssocID="{49015EC5-F88B-410B-99B3-3DE9EEDE1537}" presName="compNode" presStyleCnt="0"/>
      <dgm:spPr/>
    </dgm:pt>
    <dgm:pt modelId="{C3A59B0D-F714-42E4-8EBD-EAFA676E28B0}" type="pres">
      <dgm:prSet presAssocID="{49015EC5-F88B-410B-99B3-3DE9EEDE1537}" presName="iconBgRect" presStyleLbl="bgShp" presStyleIdx="1" presStyleCnt="3"/>
      <dgm:spPr>
        <a:prstGeom prst="round2DiagRect">
          <a:avLst>
            <a:gd name="adj1" fmla="val 29727"/>
            <a:gd name="adj2" fmla="val 0"/>
          </a:avLst>
        </a:prstGeom>
      </dgm:spPr>
    </dgm:pt>
    <dgm:pt modelId="{CED3324D-D0EF-4B28-9F86-01FC34B3E18F}" type="pres">
      <dgm:prSet presAssocID="{49015EC5-F88B-410B-99B3-3DE9EEDE1537}" presName="icon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DAACBD14-0A24-406F-9699-64AF1FB9E737}" type="pres">
      <dgm:prSet presAssocID="{49015EC5-F88B-410B-99B3-3DE9EEDE1537}" presName="spaceRect" presStyleCnt="0"/>
      <dgm:spPr/>
    </dgm:pt>
    <dgm:pt modelId="{F395C1CD-7D93-43B4-818A-8F0A26A85A43}" type="pres">
      <dgm:prSet presAssocID="{49015EC5-F88B-410B-99B3-3DE9EEDE1537}" presName="textRect" presStyleLbl="revTx" presStyleIdx="1" presStyleCnt="3">
        <dgm:presLayoutVars>
          <dgm:chMax val="1"/>
          <dgm:chPref val="1"/>
        </dgm:presLayoutVars>
      </dgm:prSet>
      <dgm:spPr/>
    </dgm:pt>
    <dgm:pt modelId="{99B054FD-9C71-48FC-9617-35CB55F4FB9E}" type="pres">
      <dgm:prSet presAssocID="{33C9B5CF-4F65-4B5E-AF24-25CE408F0735}" presName="sibTrans" presStyleCnt="0"/>
      <dgm:spPr/>
    </dgm:pt>
    <dgm:pt modelId="{1C9FEED0-919A-4F09-9140-B0DBBC74813B}" type="pres">
      <dgm:prSet presAssocID="{F47B7064-5BD5-4FCE-842C-CC94AA7C19AE}" presName="compNode" presStyleCnt="0"/>
      <dgm:spPr/>
    </dgm:pt>
    <dgm:pt modelId="{7C651082-77A8-43BF-BEB6-C0343872FB8A}" type="pres">
      <dgm:prSet presAssocID="{F47B7064-5BD5-4FCE-842C-CC94AA7C19AE}" presName="iconBgRect" presStyleLbl="bgShp" presStyleIdx="2" presStyleCnt="3"/>
      <dgm:spPr>
        <a:prstGeom prst="round2DiagRect">
          <a:avLst>
            <a:gd name="adj1" fmla="val 29727"/>
            <a:gd name="adj2" fmla="val 0"/>
          </a:avLst>
        </a:prstGeom>
        <a:solidFill>
          <a:schemeClr val="accent5">
            <a:lumMod val="40000"/>
            <a:lumOff val="60000"/>
          </a:schemeClr>
        </a:solidFill>
      </dgm:spPr>
    </dgm:pt>
    <dgm:pt modelId="{097A9B3A-63DA-4AD8-8F08-C00C010EA932}" type="pres">
      <dgm:prSet presAssocID="{F47B7064-5BD5-4FCE-842C-CC94AA7C19AE}" presName="iconRect" presStyleLbl="node1" presStyleIdx="2" presStyleCnt="3"/>
      <dgm:spPr>
        <a:blipFill>
          <a:blip xmlns:r="http://schemas.openxmlformats.org/officeDocument/2006/relationships" r:embed="rId4">
            <a:extLst>
              <a:ext uri="{28A0092B-C50C-407E-A947-70E740481C1C}">
                <a14:useLocalDpi xmlns:a14="http://schemas.microsoft.com/office/drawing/2010/main" val="0"/>
              </a:ext>
            </a:extLst>
          </a:blip>
          <a:srcRect/>
          <a:stretch>
            <a:fillRect l="-30000" r="-30000"/>
          </a:stretch>
        </a:blipFill>
        <a:ln>
          <a:noFill/>
        </a:ln>
      </dgm:spPr>
    </dgm:pt>
    <dgm:pt modelId="{1B4D2825-4C5E-4DD9-9FC7-7010D7540525}" type="pres">
      <dgm:prSet presAssocID="{F47B7064-5BD5-4FCE-842C-CC94AA7C19AE}" presName="spaceRect" presStyleCnt="0"/>
      <dgm:spPr/>
    </dgm:pt>
    <dgm:pt modelId="{569CFE28-F782-46AF-B468-2A7CBDFEA7E9}" type="pres">
      <dgm:prSet presAssocID="{F47B7064-5BD5-4FCE-842C-CC94AA7C19AE}" presName="textRect" presStyleLbl="revTx" presStyleIdx="2" presStyleCnt="3">
        <dgm:presLayoutVars>
          <dgm:chMax val="1"/>
          <dgm:chPref val="1"/>
        </dgm:presLayoutVars>
      </dgm:prSet>
      <dgm:spPr/>
    </dgm:pt>
  </dgm:ptLst>
  <dgm:cxnLst>
    <dgm:cxn modelId="{A369990E-CB1B-4336-B582-808CBCAAF9D2}" type="presOf" srcId="{49015EC5-F88B-410B-99B3-3DE9EEDE1537}" destId="{F395C1CD-7D93-43B4-818A-8F0A26A85A43}" srcOrd="0" destOrd="0" presId="urn:microsoft.com/office/officeart/2018/5/layout/IconLeafLabelList"/>
    <dgm:cxn modelId="{1675BC3D-A649-4A91-80A6-E05EB7285B25}" type="presOf" srcId="{8AB53663-681B-4A52-8A54-9EF53AE19793}" destId="{BB8A645C-F1CE-48D9-8EAE-6894A97505A1}" srcOrd="0" destOrd="0" presId="urn:microsoft.com/office/officeart/2018/5/layout/IconLeafLabelList"/>
    <dgm:cxn modelId="{5E649E40-7289-4F1E-B7E8-31D4C74978D7}" type="presOf" srcId="{F47B7064-5BD5-4FCE-842C-CC94AA7C19AE}" destId="{569CFE28-F782-46AF-B468-2A7CBDFEA7E9}" srcOrd="0" destOrd="0" presId="urn:microsoft.com/office/officeart/2018/5/layout/IconLeafLabelList"/>
    <dgm:cxn modelId="{53DA3D7F-2C04-4B46-B533-05F3788A2214}" srcId="{9E3387DD-BF75-4F04-81CD-32F8B49DFAB7}" destId="{49015EC5-F88B-410B-99B3-3DE9EEDE1537}" srcOrd="1" destOrd="0" parTransId="{FF91F624-696B-4DF6-93B9-4E3BB2956496}" sibTransId="{33C9B5CF-4F65-4B5E-AF24-25CE408F0735}"/>
    <dgm:cxn modelId="{53CA01B3-2A45-464D-8AD8-AD8FAC587038}" type="presOf" srcId="{9E3387DD-BF75-4F04-81CD-32F8B49DFAB7}" destId="{14576767-256D-45B5-9DCD-89FC96AC6CF5}" srcOrd="0" destOrd="0" presId="urn:microsoft.com/office/officeart/2018/5/layout/IconLeafLabelList"/>
    <dgm:cxn modelId="{051C6CB4-0F40-4EC3-B7C1-A0AE85D1598F}" srcId="{9E3387DD-BF75-4F04-81CD-32F8B49DFAB7}" destId="{8AB53663-681B-4A52-8A54-9EF53AE19793}" srcOrd="0" destOrd="0" parTransId="{2EE943B7-9191-495F-89BA-09918B9E7ED4}" sibTransId="{8877D6D6-9118-477E-8AE5-C14ED66CA7DF}"/>
    <dgm:cxn modelId="{D6B38BEA-6396-468A-92D7-2F35C4F83C4C}" srcId="{9E3387DD-BF75-4F04-81CD-32F8B49DFAB7}" destId="{F47B7064-5BD5-4FCE-842C-CC94AA7C19AE}" srcOrd="2" destOrd="0" parTransId="{3640FE4C-5592-42C9-BD4A-E7BE9CF7AA1B}" sibTransId="{5F15B436-CE5B-490A-9AA3-8CAE61B0031D}"/>
    <dgm:cxn modelId="{87D3BC5E-FD34-4CF8-8849-638820F1658B}" type="presParOf" srcId="{14576767-256D-45B5-9DCD-89FC96AC6CF5}" destId="{B79B1995-9C2C-4418-A614-92E794531953}" srcOrd="0" destOrd="0" presId="urn:microsoft.com/office/officeart/2018/5/layout/IconLeafLabelList"/>
    <dgm:cxn modelId="{B11E6A63-ADC1-4E0C-A3D0-0AEE5AE6E3B0}" type="presParOf" srcId="{B79B1995-9C2C-4418-A614-92E794531953}" destId="{DF43B1D8-FD3D-4DA9-88F5-DD84DC415E51}" srcOrd="0" destOrd="0" presId="urn:microsoft.com/office/officeart/2018/5/layout/IconLeafLabelList"/>
    <dgm:cxn modelId="{B4C94637-C888-4E57-9AAA-9890188B1EDB}" type="presParOf" srcId="{B79B1995-9C2C-4418-A614-92E794531953}" destId="{B6B8A581-2EEA-4CCE-951B-10E10AF5AA15}" srcOrd="1" destOrd="0" presId="urn:microsoft.com/office/officeart/2018/5/layout/IconLeafLabelList"/>
    <dgm:cxn modelId="{7BF19A37-863D-4F6E-84B0-1287ACC773E9}" type="presParOf" srcId="{B79B1995-9C2C-4418-A614-92E794531953}" destId="{89A02016-9BC9-4704-9FE9-788B5C91BF5C}" srcOrd="2" destOrd="0" presId="urn:microsoft.com/office/officeart/2018/5/layout/IconLeafLabelList"/>
    <dgm:cxn modelId="{4B1A2A2B-36B7-41B6-B87F-F6F066861502}" type="presParOf" srcId="{B79B1995-9C2C-4418-A614-92E794531953}" destId="{BB8A645C-F1CE-48D9-8EAE-6894A97505A1}" srcOrd="3" destOrd="0" presId="urn:microsoft.com/office/officeart/2018/5/layout/IconLeafLabelList"/>
    <dgm:cxn modelId="{62194ED2-A84C-4B1F-B97E-BE455CBA1EE1}" type="presParOf" srcId="{14576767-256D-45B5-9DCD-89FC96AC6CF5}" destId="{3E7D440E-A6B3-4806-8D4E-391BF5091EDE}" srcOrd="1" destOrd="0" presId="urn:microsoft.com/office/officeart/2018/5/layout/IconLeafLabelList"/>
    <dgm:cxn modelId="{07AF13B3-81C0-45C7-AF80-43BDE59B025C}" type="presParOf" srcId="{14576767-256D-45B5-9DCD-89FC96AC6CF5}" destId="{44A34DAB-E3E5-4DAA-847E-96C2F203EA48}" srcOrd="2" destOrd="0" presId="urn:microsoft.com/office/officeart/2018/5/layout/IconLeafLabelList"/>
    <dgm:cxn modelId="{D3514A27-4FF0-4D22-8D51-46B4815D8F47}" type="presParOf" srcId="{44A34DAB-E3E5-4DAA-847E-96C2F203EA48}" destId="{C3A59B0D-F714-42E4-8EBD-EAFA676E28B0}" srcOrd="0" destOrd="0" presId="urn:microsoft.com/office/officeart/2018/5/layout/IconLeafLabelList"/>
    <dgm:cxn modelId="{2DE8B3A5-ADE5-46D7-A545-F0B2DFE5A179}" type="presParOf" srcId="{44A34DAB-E3E5-4DAA-847E-96C2F203EA48}" destId="{CED3324D-D0EF-4B28-9F86-01FC34B3E18F}" srcOrd="1" destOrd="0" presId="urn:microsoft.com/office/officeart/2018/5/layout/IconLeafLabelList"/>
    <dgm:cxn modelId="{1E6030A2-9114-4186-805C-4D8D1F126712}" type="presParOf" srcId="{44A34DAB-E3E5-4DAA-847E-96C2F203EA48}" destId="{DAACBD14-0A24-406F-9699-64AF1FB9E737}" srcOrd="2" destOrd="0" presId="urn:microsoft.com/office/officeart/2018/5/layout/IconLeafLabelList"/>
    <dgm:cxn modelId="{721871E4-FC72-4029-9F30-C4BAC1600631}" type="presParOf" srcId="{44A34DAB-E3E5-4DAA-847E-96C2F203EA48}" destId="{F395C1CD-7D93-43B4-818A-8F0A26A85A43}" srcOrd="3" destOrd="0" presId="urn:microsoft.com/office/officeart/2018/5/layout/IconLeafLabelList"/>
    <dgm:cxn modelId="{B09966D9-37C7-44E7-9951-1023182AD120}" type="presParOf" srcId="{14576767-256D-45B5-9DCD-89FC96AC6CF5}" destId="{99B054FD-9C71-48FC-9617-35CB55F4FB9E}" srcOrd="3" destOrd="0" presId="urn:microsoft.com/office/officeart/2018/5/layout/IconLeafLabelList"/>
    <dgm:cxn modelId="{042C1622-C56E-4526-B7BB-B47210C2C580}" type="presParOf" srcId="{14576767-256D-45B5-9DCD-89FC96AC6CF5}" destId="{1C9FEED0-919A-4F09-9140-B0DBBC74813B}" srcOrd="4" destOrd="0" presId="urn:microsoft.com/office/officeart/2018/5/layout/IconLeafLabelList"/>
    <dgm:cxn modelId="{8B02A492-4677-4E88-B927-DD9B1AE454CC}" type="presParOf" srcId="{1C9FEED0-919A-4F09-9140-B0DBBC74813B}" destId="{7C651082-77A8-43BF-BEB6-C0343872FB8A}" srcOrd="0" destOrd="0" presId="urn:microsoft.com/office/officeart/2018/5/layout/IconLeafLabelList"/>
    <dgm:cxn modelId="{379431DA-159B-4C1D-97DC-1BD5E43D9FAD}" type="presParOf" srcId="{1C9FEED0-919A-4F09-9140-B0DBBC74813B}" destId="{097A9B3A-63DA-4AD8-8F08-C00C010EA932}" srcOrd="1" destOrd="0" presId="urn:microsoft.com/office/officeart/2018/5/layout/IconLeafLabelList"/>
    <dgm:cxn modelId="{0E9DBD36-4EE9-4628-8A99-695906324F7E}" type="presParOf" srcId="{1C9FEED0-919A-4F09-9140-B0DBBC74813B}" destId="{1B4D2825-4C5E-4DD9-9FC7-7010D7540525}" srcOrd="2" destOrd="0" presId="urn:microsoft.com/office/officeart/2018/5/layout/IconLeafLabelList"/>
    <dgm:cxn modelId="{885333DD-941B-4B49-AC4B-2F7F65F611BB}" type="presParOf" srcId="{1C9FEED0-919A-4F09-9140-B0DBBC74813B}" destId="{569CFE28-F782-46AF-B468-2A7CBDFEA7E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37297F7-015A-48D5-82AA-10FDAFC2E17B}" type="doc">
      <dgm:prSet loTypeId="urn:microsoft.com/office/officeart/2018/2/layout/IconCircle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9217C04-2CBB-413D-BDC2-88CF21C03238}">
      <dgm:prSet/>
      <dgm:spPr/>
      <dgm:t>
        <a:bodyPr/>
        <a:lstStyle/>
        <a:p>
          <a:r>
            <a:rPr lang="en-GB"/>
            <a:t>Economic Feasibility</a:t>
          </a:r>
          <a:endParaRPr lang="en-US"/>
        </a:p>
      </dgm:t>
    </dgm:pt>
    <dgm:pt modelId="{18855BBE-6694-4802-8EAB-9C1345483D77}" type="parTrans" cxnId="{93A6F444-5115-4F3D-BE32-1263BB2E7C50}">
      <dgm:prSet/>
      <dgm:spPr/>
      <dgm:t>
        <a:bodyPr/>
        <a:lstStyle/>
        <a:p>
          <a:endParaRPr lang="en-US"/>
        </a:p>
      </dgm:t>
    </dgm:pt>
    <dgm:pt modelId="{397C404D-6F6F-4D98-B49E-D785EFB2E4C8}" type="sibTrans" cxnId="{93A6F444-5115-4F3D-BE32-1263BB2E7C50}">
      <dgm:prSet/>
      <dgm:spPr/>
      <dgm:t>
        <a:bodyPr/>
        <a:lstStyle/>
        <a:p>
          <a:endParaRPr lang="en-US"/>
        </a:p>
      </dgm:t>
    </dgm:pt>
    <dgm:pt modelId="{74EF713F-F7CE-4DAF-A91C-680566C1D3E5}">
      <dgm:prSet/>
      <dgm:spPr/>
      <dgm:t>
        <a:bodyPr/>
        <a:lstStyle/>
        <a:p>
          <a:r>
            <a:rPr lang="en-GB"/>
            <a:t>Technical Feasibility</a:t>
          </a:r>
          <a:endParaRPr lang="en-US"/>
        </a:p>
      </dgm:t>
    </dgm:pt>
    <dgm:pt modelId="{80741092-F814-4601-BA82-A8F1B3D08D38}" type="parTrans" cxnId="{727D3E3F-30D1-4AE2-80D5-5A447C386648}">
      <dgm:prSet/>
      <dgm:spPr/>
      <dgm:t>
        <a:bodyPr/>
        <a:lstStyle/>
        <a:p>
          <a:endParaRPr lang="en-US"/>
        </a:p>
      </dgm:t>
    </dgm:pt>
    <dgm:pt modelId="{6E0DB98F-33D8-4B90-8B96-F1114A25EC41}" type="sibTrans" cxnId="{727D3E3F-30D1-4AE2-80D5-5A447C386648}">
      <dgm:prSet/>
      <dgm:spPr/>
      <dgm:t>
        <a:bodyPr/>
        <a:lstStyle/>
        <a:p>
          <a:endParaRPr lang="en-US"/>
        </a:p>
      </dgm:t>
    </dgm:pt>
    <dgm:pt modelId="{EACD66DD-2F6A-4DFD-A4D1-74207B5A7A2E}">
      <dgm:prSet/>
      <dgm:spPr/>
      <dgm:t>
        <a:bodyPr/>
        <a:lstStyle/>
        <a:p>
          <a:r>
            <a:rPr lang="en-GB"/>
            <a:t>Operational Feasibility</a:t>
          </a:r>
          <a:endParaRPr lang="en-US"/>
        </a:p>
      </dgm:t>
    </dgm:pt>
    <dgm:pt modelId="{E67A2B4C-08F7-475E-87AE-4ADE7CD5C236}" type="parTrans" cxnId="{6ED52447-DF2E-4852-AECA-864E7CD085AB}">
      <dgm:prSet/>
      <dgm:spPr/>
      <dgm:t>
        <a:bodyPr/>
        <a:lstStyle/>
        <a:p>
          <a:endParaRPr lang="en-US"/>
        </a:p>
      </dgm:t>
    </dgm:pt>
    <dgm:pt modelId="{D8A0A4AB-6EDB-47C3-921F-73436678797D}" type="sibTrans" cxnId="{6ED52447-DF2E-4852-AECA-864E7CD085AB}">
      <dgm:prSet/>
      <dgm:spPr/>
      <dgm:t>
        <a:bodyPr/>
        <a:lstStyle/>
        <a:p>
          <a:endParaRPr lang="en-US"/>
        </a:p>
      </dgm:t>
    </dgm:pt>
    <dgm:pt modelId="{207E2525-696F-458C-871A-2BE0C6BE626A}">
      <dgm:prSet/>
      <dgm:spPr/>
      <dgm:t>
        <a:bodyPr/>
        <a:lstStyle/>
        <a:p>
          <a:r>
            <a:rPr lang="en-GB"/>
            <a:t>Time Feasibility</a:t>
          </a:r>
          <a:endParaRPr lang="en-US"/>
        </a:p>
      </dgm:t>
    </dgm:pt>
    <dgm:pt modelId="{8F8CC109-675C-47AB-A34C-EE62C6EE8739}" type="parTrans" cxnId="{CF34275B-E352-4DAB-A445-E7187B6EC6BB}">
      <dgm:prSet/>
      <dgm:spPr/>
      <dgm:t>
        <a:bodyPr/>
        <a:lstStyle/>
        <a:p>
          <a:endParaRPr lang="en-US"/>
        </a:p>
      </dgm:t>
    </dgm:pt>
    <dgm:pt modelId="{E66E2EDB-B917-4511-9FB8-CFBD65CE3243}" type="sibTrans" cxnId="{CF34275B-E352-4DAB-A445-E7187B6EC6BB}">
      <dgm:prSet/>
      <dgm:spPr/>
      <dgm:t>
        <a:bodyPr/>
        <a:lstStyle/>
        <a:p>
          <a:endParaRPr lang="en-US"/>
        </a:p>
      </dgm:t>
    </dgm:pt>
    <dgm:pt modelId="{1889CDAD-524A-4BD8-91C2-F555A56554EB}" type="pres">
      <dgm:prSet presAssocID="{837297F7-015A-48D5-82AA-10FDAFC2E17B}" presName="root" presStyleCnt="0">
        <dgm:presLayoutVars>
          <dgm:dir/>
          <dgm:resizeHandles val="exact"/>
        </dgm:presLayoutVars>
      </dgm:prSet>
      <dgm:spPr/>
    </dgm:pt>
    <dgm:pt modelId="{84A67FDB-6411-4C67-A660-A49CA8B4EA2D}" type="pres">
      <dgm:prSet presAssocID="{837297F7-015A-48D5-82AA-10FDAFC2E17B}" presName="container" presStyleCnt="0">
        <dgm:presLayoutVars>
          <dgm:dir/>
          <dgm:resizeHandles val="exact"/>
        </dgm:presLayoutVars>
      </dgm:prSet>
      <dgm:spPr/>
    </dgm:pt>
    <dgm:pt modelId="{AD4F6E6D-0A98-4031-9203-38BEC8170098}" type="pres">
      <dgm:prSet presAssocID="{09217C04-2CBB-413D-BDC2-88CF21C03238}" presName="compNode" presStyleCnt="0"/>
      <dgm:spPr/>
    </dgm:pt>
    <dgm:pt modelId="{7E12F282-5343-455D-ADFE-C309E1FF171D}" type="pres">
      <dgm:prSet presAssocID="{09217C04-2CBB-413D-BDC2-88CF21C03238}" presName="iconBgRect" presStyleLbl="bgShp" presStyleIdx="0" presStyleCnt="4"/>
      <dgm:spPr/>
    </dgm:pt>
    <dgm:pt modelId="{521AE503-4D82-4309-BB25-5450C598941B}" type="pres">
      <dgm:prSet presAssocID="{09217C04-2CBB-413D-BDC2-88CF21C0323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0AF439F5-2ABE-4268-BB52-33B70EC976E0}" type="pres">
      <dgm:prSet presAssocID="{09217C04-2CBB-413D-BDC2-88CF21C03238}" presName="spaceRect" presStyleCnt="0"/>
      <dgm:spPr/>
    </dgm:pt>
    <dgm:pt modelId="{1F14229D-C2A6-4016-AF6B-9F7DD59E7736}" type="pres">
      <dgm:prSet presAssocID="{09217C04-2CBB-413D-BDC2-88CF21C03238}" presName="textRect" presStyleLbl="revTx" presStyleIdx="0" presStyleCnt="4">
        <dgm:presLayoutVars>
          <dgm:chMax val="1"/>
          <dgm:chPref val="1"/>
        </dgm:presLayoutVars>
      </dgm:prSet>
      <dgm:spPr/>
    </dgm:pt>
    <dgm:pt modelId="{9767DD00-9F7A-4506-A2EC-11E509797D50}" type="pres">
      <dgm:prSet presAssocID="{397C404D-6F6F-4D98-B49E-D785EFB2E4C8}" presName="sibTrans" presStyleLbl="sibTrans2D1" presStyleIdx="0" presStyleCnt="0"/>
      <dgm:spPr/>
    </dgm:pt>
    <dgm:pt modelId="{222D22D0-558C-4F3E-B733-016CBC75E624}" type="pres">
      <dgm:prSet presAssocID="{74EF713F-F7CE-4DAF-A91C-680566C1D3E5}" presName="compNode" presStyleCnt="0"/>
      <dgm:spPr/>
    </dgm:pt>
    <dgm:pt modelId="{9C0B51D2-D5A0-490A-B254-E34BE7AA8ED6}" type="pres">
      <dgm:prSet presAssocID="{74EF713F-F7CE-4DAF-A91C-680566C1D3E5}" presName="iconBgRect" presStyleLbl="bgShp" presStyleIdx="1" presStyleCnt="4"/>
      <dgm:spPr/>
    </dgm:pt>
    <dgm:pt modelId="{0553F139-814B-4E76-8774-21FE556AB264}" type="pres">
      <dgm:prSet presAssocID="{74EF713F-F7CE-4DAF-A91C-680566C1D3E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A96A4094-1395-4ADB-A90A-726FACF74CF7}" type="pres">
      <dgm:prSet presAssocID="{74EF713F-F7CE-4DAF-A91C-680566C1D3E5}" presName="spaceRect" presStyleCnt="0"/>
      <dgm:spPr/>
    </dgm:pt>
    <dgm:pt modelId="{A39CB834-AB66-4DEC-BD66-07145899534D}" type="pres">
      <dgm:prSet presAssocID="{74EF713F-F7CE-4DAF-A91C-680566C1D3E5}" presName="textRect" presStyleLbl="revTx" presStyleIdx="1" presStyleCnt="4">
        <dgm:presLayoutVars>
          <dgm:chMax val="1"/>
          <dgm:chPref val="1"/>
        </dgm:presLayoutVars>
      </dgm:prSet>
      <dgm:spPr/>
    </dgm:pt>
    <dgm:pt modelId="{9350EF9F-4E29-4B88-8257-BF8DFB03718B}" type="pres">
      <dgm:prSet presAssocID="{6E0DB98F-33D8-4B90-8B96-F1114A25EC41}" presName="sibTrans" presStyleLbl="sibTrans2D1" presStyleIdx="0" presStyleCnt="0"/>
      <dgm:spPr/>
    </dgm:pt>
    <dgm:pt modelId="{029EAD09-8FD0-40F1-8259-0C94B0C351DF}" type="pres">
      <dgm:prSet presAssocID="{EACD66DD-2F6A-4DFD-A4D1-74207B5A7A2E}" presName="compNode" presStyleCnt="0"/>
      <dgm:spPr/>
    </dgm:pt>
    <dgm:pt modelId="{BBAB742C-D4C7-4F8E-9416-9232F43A19A2}" type="pres">
      <dgm:prSet presAssocID="{EACD66DD-2F6A-4DFD-A4D1-74207B5A7A2E}" presName="iconBgRect" presStyleLbl="bgShp" presStyleIdx="2" presStyleCnt="4"/>
      <dgm:spPr/>
    </dgm:pt>
    <dgm:pt modelId="{4A3D2BE2-8274-4F51-86AA-48AEC680DA73}" type="pres">
      <dgm:prSet presAssocID="{EACD66DD-2F6A-4DFD-A4D1-74207B5A7A2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38B1981-2D64-4A49-BB41-370DCC3C213C}" type="pres">
      <dgm:prSet presAssocID="{EACD66DD-2F6A-4DFD-A4D1-74207B5A7A2E}" presName="spaceRect" presStyleCnt="0"/>
      <dgm:spPr/>
    </dgm:pt>
    <dgm:pt modelId="{FAC63EE6-E704-41C1-A4F2-A3E728320930}" type="pres">
      <dgm:prSet presAssocID="{EACD66DD-2F6A-4DFD-A4D1-74207B5A7A2E}" presName="textRect" presStyleLbl="revTx" presStyleIdx="2" presStyleCnt="4">
        <dgm:presLayoutVars>
          <dgm:chMax val="1"/>
          <dgm:chPref val="1"/>
        </dgm:presLayoutVars>
      </dgm:prSet>
      <dgm:spPr/>
    </dgm:pt>
    <dgm:pt modelId="{62CB459C-4FBB-487E-AC17-385C642B2DA0}" type="pres">
      <dgm:prSet presAssocID="{D8A0A4AB-6EDB-47C3-921F-73436678797D}" presName="sibTrans" presStyleLbl="sibTrans2D1" presStyleIdx="0" presStyleCnt="0"/>
      <dgm:spPr/>
    </dgm:pt>
    <dgm:pt modelId="{B3E6CFA9-8F7C-461B-A664-ED0838A68A56}" type="pres">
      <dgm:prSet presAssocID="{207E2525-696F-458C-871A-2BE0C6BE626A}" presName="compNode" presStyleCnt="0"/>
      <dgm:spPr/>
    </dgm:pt>
    <dgm:pt modelId="{5183BC82-99FC-46C2-B26C-BDB7B7FC9E7B}" type="pres">
      <dgm:prSet presAssocID="{207E2525-696F-458C-871A-2BE0C6BE626A}" presName="iconBgRect" presStyleLbl="bgShp" presStyleIdx="3" presStyleCnt="4"/>
      <dgm:spPr/>
    </dgm:pt>
    <dgm:pt modelId="{FFE84BBF-F57E-4C7F-BB7A-3F357230DEE4}" type="pres">
      <dgm:prSet presAssocID="{207E2525-696F-458C-871A-2BE0C6BE626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watch"/>
        </a:ext>
      </dgm:extLst>
    </dgm:pt>
    <dgm:pt modelId="{6E73D01C-0D6B-4705-B426-6F0609773A89}" type="pres">
      <dgm:prSet presAssocID="{207E2525-696F-458C-871A-2BE0C6BE626A}" presName="spaceRect" presStyleCnt="0"/>
      <dgm:spPr/>
    </dgm:pt>
    <dgm:pt modelId="{50994C28-D562-4CDD-A585-D5BA6ED0D81C}" type="pres">
      <dgm:prSet presAssocID="{207E2525-696F-458C-871A-2BE0C6BE626A}" presName="textRect" presStyleLbl="revTx" presStyleIdx="3" presStyleCnt="4">
        <dgm:presLayoutVars>
          <dgm:chMax val="1"/>
          <dgm:chPref val="1"/>
        </dgm:presLayoutVars>
      </dgm:prSet>
      <dgm:spPr/>
    </dgm:pt>
  </dgm:ptLst>
  <dgm:cxnLst>
    <dgm:cxn modelId="{F3AE6502-9FEE-4C8C-8151-4180CF7748C4}" type="presOf" srcId="{09217C04-2CBB-413D-BDC2-88CF21C03238}" destId="{1F14229D-C2A6-4016-AF6B-9F7DD59E7736}" srcOrd="0" destOrd="0" presId="urn:microsoft.com/office/officeart/2018/2/layout/IconCircleList"/>
    <dgm:cxn modelId="{43887414-AB73-45FC-BD96-62A9F2FB35DB}" type="presOf" srcId="{6E0DB98F-33D8-4B90-8B96-F1114A25EC41}" destId="{9350EF9F-4E29-4B88-8257-BF8DFB03718B}" srcOrd="0" destOrd="0" presId="urn:microsoft.com/office/officeart/2018/2/layout/IconCircleList"/>
    <dgm:cxn modelId="{AE361D19-6D2A-43C5-92D4-525ECEBEBDCA}" type="presOf" srcId="{207E2525-696F-458C-871A-2BE0C6BE626A}" destId="{50994C28-D562-4CDD-A585-D5BA6ED0D81C}" srcOrd="0" destOrd="0" presId="urn:microsoft.com/office/officeart/2018/2/layout/IconCircleList"/>
    <dgm:cxn modelId="{FAF2622E-F6D2-4EE3-87C2-BEBD923D5580}" type="presOf" srcId="{EACD66DD-2F6A-4DFD-A4D1-74207B5A7A2E}" destId="{FAC63EE6-E704-41C1-A4F2-A3E728320930}" srcOrd="0" destOrd="0" presId="urn:microsoft.com/office/officeart/2018/2/layout/IconCircleList"/>
    <dgm:cxn modelId="{8EBF1F3C-F66E-46D0-AB69-3E3A96F4FA49}" type="presOf" srcId="{397C404D-6F6F-4D98-B49E-D785EFB2E4C8}" destId="{9767DD00-9F7A-4506-A2EC-11E509797D50}" srcOrd="0" destOrd="0" presId="urn:microsoft.com/office/officeart/2018/2/layout/IconCircleList"/>
    <dgm:cxn modelId="{727D3E3F-30D1-4AE2-80D5-5A447C386648}" srcId="{837297F7-015A-48D5-82AA-10FDAFC2E17B}" destId="{74EF713F-F7CE-4DAF-A91C-680566C1D3E5}" srcOrd="1" destOrd="0" parTransId="{80741092-F814-4601-BA82-A8F1B3D08D38}" sibTransId="{6E0DB98F-33D8-4B90-8B96-F1114A25EC41}"/>
    <dgm:cxn modelId="{CF34275B-E352-4DAB-A445-E7187B6EC6BB}" srcId="{837297F7-015A-48D5-82AA-10FDAFC2E17B}" destId="{207E2525-696F-458C-871A-2BE0C6BE626A}" srcOrd="3" destOrd="0" parTransId="{8F8CC109-675C-47AB-A34C-EE62C6EE8739}" sibTransId="{E66E2EDB-B917-4511-9FB8-CFBD65CE3243}"/>
    <dgm:cxn modelId="{93A6F444-5115-4F3D-BE32-1263BB2E7C50}" srcId="{837297F7-015A-48D5-82AA-10FDAFC2E17B}" destId="{09217C04-2CBB-413D-BDC2-88CF21C03238}" srcOrd="0" destOrd="0" parTransId="{18855BBE-6694-4802-8EAB-9C1345483D77}" sibTransId="{397C404D-6F6F-4D98-B49E-D785EFB2E4C8}"/>
    <dgm:cxn modelId="{6ED52447-DF2E-4852-AECA-864E7CD085AB}" srcId="{837297F7-015A-48D5-82AA-10FDAFC2E17B}" destId="{EACD66DD-2F6A-4DFD-A4D1-74207B5A7A2E}" srcOrd="2" destOrd="0" parTransId="{E67A2B4C-08F7-475E-87AE-4ADE7CD5C236}" sibTransId="{D8A0A4AB-6EDB-47C3-921F-73436678797D}"/>
    <dgm:cxn modelId="{9736E9C6-2DD3-494F-B8E7-962D4B516D44}" type="presOf" srcId="{D8A0A4AB-6EDB-47C3-921F-73436678797D}" destId="{62CB459C-4FBB-487E-AC17-385C642B2DA0}" srcOrd="0" destOrd="0" presId="urn:microsoft.com/office/officeart/2018/2/layout/IconCircleList"/>
    <dgm:cxn modelId="{44D9B6D3-AA0A-4D1F-81D3-E66CC5B0B355}" type="presOf" srcId="{837297F7-015A-48D5-82AA-10FDAFC2E17B}" destId="{1889CDAD-524A-4BD8-91C2-F555A56554EB}" srcOrd="0" destOrd="0" presId="urn:microsoft.com/office/officeart/2018/2/layout/IconCircleList"/>
    <dgm:cxn modelId="{C278D8E1-BBA4-431E-8883-C30F31BD4CD6}" type="presOf" srcId="{74EF713F-F7CE-4DAF-A91C-680566C1D3E5}" destId="{A39CB834-AB66-4DEC-BD66-07145899534D}" srcOrd="0" destOrd="0" presId="urn:microsoft.com/office/officeart/2018/2/layout/IconCircleList"/>
    <dgm:cxn modelId="{3A1773EA-E2BA-4279-A615-9478B7A8E66C}" type="presParOf" srcId="{1889CDAD-524A-4BD8-91C2-F555A56554EB}" destId="{84A67FDB-6411-4C67-A660-A49CA8B4EA2D}" srcOrd="0" destOrd="0" presId="urn:microsoft.com/office/officeart/2018/2/layout/IconCircleList"/>
    <dgm:cxn modelId="{34A5A1BD-16E6-4742-AE30-2807F4D1D628}" type="presParOf" srcId="{84A67FDB-6411-4C67-A660-A49CA8B4EA2D}" destId="{AD4F6E6D-0A98-4031-9203-38BEC8170098}" srcOrd="0" destOrd="0" presId="urn:microsoft.com/office/officeart/2018/2/layout/IconCircleList"/>
    <dgm:cxn modelId="{9B798CAD-783B-4ED4-833E-49D53DD5F32B}" type="presParOf" srcId="{AD4F6E6D-0A98-4031-9203-38BEC8170098}" destId="{7E12F282-5343-455D-ADFE-C309E1FF171D}" srcOrd="0" destOrd="0" presId="urn:microsoft.com/office/officeart/2018/2/layout/IconCircleList"/>
    <dgm:cxn modelId="{59D14248-7D77-4909-B057-34A9018AF536}" type="presParOf" srcId="{AD4F6E6D-0A98-4031-9203-38BEC8170098}" destId="{521AE503-4D82-4309-BB25-5450C598941B}" srcOrd="1" destOrd="0" presId="urn:microsoft.com/office/officeart/2018/2/layout/IconCircleList"/>
    <dgm:cxn modelId="{22FC5B71-DDB2-4A97-B7F6-3FD2E61E5C09}" type="presParOf" srcId="{AD4F6E6D-0A98-4031-9203-38BEC8170098}" destId="{0AF439F5-2ABE-4268-BB52-33B70EC976E0}" srcOrd="2" destOrd="0" presId="urn:microsoft.com/office/officeart/2018/2/layout/IconCircleList"/>
    <dgm:cxn modelId="{8152C4CF-FDC5-4428-A631-4559EE87841A}" type="presParOf" srcId="{AD4F6E6D-0A98-4031-9203-38BEC8170098}" destId="{1F14229D-C2A6-4016-AF6B-9F7DD59E7736}" srcOrd="3" destOrd="0" presId="urn:microsoft.com/office/officeart/2018/2/layout/IconCircleList"/>
    <dgm:cxn modelId="{A79C68AC-3478-4287-8C12-EC71C64F21E1}" type="presParOf" srcId="{84A67FDB-6411-4C67-A660-A49CA8B4EA2D}" destId="{9767DD00-9F7A-4506-A2EC-11E509797D50}" srcOrd="1" destOrd="0" presId="urn:microsoft.com/office/officeart/2018/2/layout/IconCircleList"/>
    <dgm:cxn modelId="{1550F739-F76F-46FB-87BE-6F3718CEA4D6}" type="presParOf" srcId="{84A67FDB-6411-4C67-A660-A49CA8B4EA2D}" destId="{222D22D0-558C-4F3E-B733-016CBC75E624}" srcOrd="2" destOrd="0" presId="urn:microsoft.com/office/officeart/2018/2/layout/IconCircleList"/>
    <dgm:cxn modelId="{98F3C556-0FE7-4A8A-A19C-5E72885C4328}" type="presParOf" srcId="{222D22D0-558C-4F3E-B733-016CBC75E624}" destId="{9C0B51D2-D5A0-490A-B254-E34BE7AA8ED6}" srcOrd="0" destOrd="0" presId="urn:microsoft.com/office/officeart/2018/2/layout/IconCircleList"/>
    <dgm:cxn modelId="{40AED33C-BAD4-404A-8FF6-313B0D238277}" type="presParOf" srcId="{222D22D0-558C-4F3E-B733-016CBC75E624}" destId="{0553F139-814B-4E76-8774-21FE556AB264}" srcOrd="1" destOrd="0" presId="urn:microsoft.com/office/officeart/2018/2/layout/IconCircleList"/>
    <dgm:cxn modelId="{044546DB-94E4-467C-9AF7-C71E0BF44CBA}" type="presParOf" srcId="{222D22D0-558C-4F3E-B733-016CBC75E624}" destId="{A96A4094-1395-4ADB-A90A-726FACF74CF7}" srcOrd="2" destOrd="0" presId="urn:microsoft.com/office/officeart/2018/2/layout/IconCircleList"/>
    <dgm:cxn modelId="{083EF118-D4FB-4224-89C4-CF33DD5B3AA8}" type="presParOf" srcId="{222D22D0-558C-4F3E-B733-016CBC75E624}" destId="{A39CB834-AB66-4DEC-BD66-07145899534D}" srcOrd="3" destOrd="0" presId="urn:microsoft.com/office/officeart/2018/2/layout/IconCircleList"/>
    <dgm:cxn modelId="{ED9695A7-8589-4BB3-A5CF-A52CB9FF7382}" type="presParOf" srcId="{84A67FDB-6411-4C67-A660-A49CA8B4EA2D}" destId="{9350EF9F-4E29-4B88-8257-BF8DFB03718B}" srcOrd="3" destOrd="0" presId="urn:microsoft.com/office/officeart/2018/2/layout/IconCircleList"/>
    <dgm:cxn modelId="{9874DC61-B6CA-45E1-A730-30F999113A4C}" type="presParOf" srcId="{84A67FDB-6411-4C67-A660-A49CA8B4EA2D}" destId="{029EAD09-8FD0-40F1-8259-0C94B0C351DF}" srcOrd="4" destOrd="0" presId="urn:microsoft.com/office/officeart/2018/2/layout/IconCircleList"/>
    <dgm:cxn modelId="{9302B97C-BA05-45AC-A04B-8DBA4493DBBF}" type="presParOf" srcId="{029EAD09-8FD0-40F1-8259-0C94B0C351DF}" destId="{BBAB742C-D4C7-4F8E-9416-9232F43A19A2}" srcOrd="0" destOrd="0" presId="urn:microsoft.com/office/officeart/2018/2/layout/IconCircleList"/>
    <dgm:cxn modelId="{99B65E7C-9141-4426-A8FE-43615ED3D0E8}" type="presParOf" srcId="{029EAD09-8FD0-40F1-8259-0C94B0C351DF}" destId="{4A3D2BE2-8274-4F51-86AA-48AEC680DA73}" srcOrd="1" destOrd="0" presId="urn:microsoft.com/office/officeart/2018/2/layout/IconCircleList"/>
    <dgm:cxn modelId="{B45713B7-59CB-4992-B68B-0E7A4D951993}" type="presParOf" srcId="{029EAD09-8FD0-40F1-8259-0C94B0C351DF}" destId="{638B1981-2D64-4A49-BB41-370DCC3C213C}" srcOrd="2" destOrd="0" presId="urn:microsoft.com/office/officeart/2018/2/layout/IconCircleList"/>
    <dgm:cxn modelId="{75809334-0D09-4877-8024-0602BF3BA945}" type="presParOf" srcId="{029EAD09-8FD0-40F1-8259-0C94B0C351DF}" destId="{FAC63EE6-E704-41C1-A4F2-A3E728320930}" srcOrd="3" destOrd="0" presId="urn:microsoft.com/office/officeart/2018/2/layout/IconCircleList"/>
    <dgm:cxn modelId="{C7499FFF-3A2E-49FA-B571-352A342A5C13}" type="presParOf" srcId="{84A67FDB-6411-4C67-A660-A49CA8B4EA2D}" destId="{62CB459C-4FBB-487E-AC17-385C642B2DA0}" srcOrd="5" destOrd="0" presId="urn:microsoft.com/office/officeart/2018/2/layout/IconCircleList"/>
    <dgm:cxn modelId="{FAE89C68-0CB0-44B4-AEB2-6C10CFC56950}" type="presParOf" srcId="{84A67FDB-6411-4C67-A660-A49CA8B4EA2D}" destId="{B3E6CFA9-8F7C-461B-A664-ED0838A68A56}" srcOrd="6" destOrd="0" presId="urn:microsoft.com/office/officeart/2018/2/layout/IconCircleList"/>
    <dgm:cxn modelId="{75E117F7-EF10-4A25-BB21-F4F22B9F8A59}" type="presParOf" srcId="{B3E6CFA9-8F7C-461B-A664-ED0838A68A56}" destId="{5183BC82-99FC-46C2-B26C-BDB7B7FC9E7B}" srcOrd="0" destOrd="0" presId="urn:microsoft.com/office/officeart/2018/2/layout/IconCircleList"/>
    <dgm:cxn modelId="{AFD702BE-58E9-485D-9A17-530DB43605BE}" type="presParOf" srcId="{B3E6CFA9-8F7C-461B-A664-ED0838A68A56}" destId="{FFE84BBF-F57E-4C7F-BB7A-3F357230DEE4}" srcOrd="1" destOrd="0" presId="urn:microsoft.com/office/officeart/2018/2/layout/IconCircleList"/>
    <dgm:cxn modelId="{8E33CDF1-2766-45C7-8825-5B535A71BD59}" type="presParOf" srcId="{B3E6CFA9-8F7C-461B-A664-ED0838A68A56}" destId="{6E73D01C-0D6B-4705-B426-6F0609773A89}" srcOrd="2" destOrd="0" presId="urn:microsoft.com/office/officeart/2018/2/layout/IconCircleList"/>
    <dgm:cxn modelId="{42F4B4D2-8DD1-4B76-A5F8-6676DDFD5B82}" type="presParOf" srcId="{B3E6CFA9-8F7C-461B-A664-ED0838A68A56}" destId="{50994C28-D562-4CDD-A585-D5BA6ED0D81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9FAAEFD-4161-4FE7-834F-1F31F954BFF1}"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D9D69C8E-EE6E-4CDE-A483-62941921776B}" type="pres">
      <dgm:prSet presAssocID="{69FAAEFD-4161-4FE7-834F-1F31F954BFF1}" presName="linear" presStyleCnt="0">
        <dgm:presLayoutVars>
          <dgm:dir/>
          <dgm:animLvl val="lvl"/>
          <dgm:resizeHandles val="exact"/>
        </dgm:presLayoutVars>
      </dgm:prSet>
      <dgm:spPr/>
    </dgm:pt>
  </dgm:ptLst>
  <dgm:cxnLst>
    <dgm:cxn modelId="{B3F2E8DF-D57B-4290-851C-D2A364006B90}" type="presOf" srcId="{69FAAEFD-4161-4FE7-834F-1F31F954BFF1}" destId="{D9D69C8E-EE6E-4CDE-A483-62941921776B}" srcOrd="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56F0CC-4680-47F8-BBDC-A660FED0CFFB}"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56F23CB5-2025-4BF8-B965-85B746F14D6E}">
      <dgm:prSet phldrT="[Text]"/>
      <dgm:spPr/>
      <dgm:t>
        <a:bodyPr/>
        <a:lstStyle/>
        <a:p>
          <a:r>
            <a:rPr lang="en-US" b="1" i="0" dirty="0"/>
            <a:t>Natural Language Toolkit</a:t>
          </a:r>
          <a:endParaRPr lang="en-US" dirty="0"/>
        </a:p>
      </dgm:t>
    </dgm:pt>
    <dgm:pt modelId="{AC5A3595-A76D-44F7-9767-FDF1F9F0C892}" type="parTrans" cxnId="{C71EC879-731B-42D0-BA7E-DF3206079CBA}">
      <dgm:prSet/>
      <dgm:spPr/>
      <dgm:t>
        <a:bodyPr/>
        <a:lstStyle/>
        <a:p>
          <a:endParaRPr lang="en-US"/>
        </a:p>
      </dgm:t>
    </dgm:pt>
    <dgm:pt modelId="{8EAF6819-CD5C-494F-9368-A9B3BB13F55F}" type="sibTrans" cxnId="{C71EC879-731B-42D0-BA7E-DF3206079CBA}">
      <dgm:prSet/>
      <dgm:spPr/>
      <dgm:t>
        <a:bodyPr/>
        <a:lstStyle/>
        <a:p>
          <a:endParaRPr lang="en-US"/>
        </a:p>
      </dgm:t>
    </dgm:pt>
    <dgm:pt modelId="{8FD3277C-A683-409E-A59A-3F91F8217C5E}">
      <dgm:prSet phldrT="[Text]"/>
      <dgm:spPr/>
      <dgm:t>
        <a:bodyPr/>
        <a:lstStyle/>
        <a:p>
          <a:r>
            <a:rPr lang="en-US" dirty="0"/>
            <a:t>Python</a:t>
          </a:r>
        </a:p>
      </dgm:t>
    </dgm:pt>
    <dgm:pt modelId="{D8F406F4-1210-47AF-BCAA-9C5575041BFD}" type="parTrans" cxnId="{82EC8A6E-5B60-4EE7-ABF3-0487927B8041}">
      <dgm:prSet/>
      <dgm:spPr/>
      <dgm:t>
        <a:bodyPr/>
        <a:lstStyle/>
        <a:p>
          <a:endParaRPr lang="en-US"/>
        </a:p>
      </dgm:t>
    </dgm:pt>
    <dgm:pt modelId="{070C7D77-C382-4701-9C82-DEC8720B70CB}" type="sibTrans" cxnId="{82EC8A6E-5B60-4EE7-ABF3-0487927B8041}">
      <dgm:prSet/>
      <dgm:spPr/>
      <dgm:t>
        <a:bodyPr/>
        <a:lstStyle/>
        <a:p>
          <a:endParaRPr lang="en-US"/>
        </a:p>
      </dgm:t>
    </dgm:pt>
    <dgm:pt modelId="{692E0D99-5472-4723-93EF-DF7CD4706469}">
      <dgm:prSet phldrT="[Text]"/>
      <dgm:spPr/>
      <dgm:t>
        <a:bodyPr/>
        <a:lstStyle/>
        <a:p>
          <a:pPr>
            <a:buFont typeface="Courier New" pitchFamily="49" charset="0"/>
            <a:buChar char="o"/>
          </a:pPr>
          <a:r>
            <a:rPr lang="en-US" dirty="0" err="1"/>
            <a:t>Jupyter</a:t>
          </a:r>
          <a:r>
            <a:rPr lang="en-US" dirty="0"/>
            <a:t> Notebook </a:t>
          </a:r>
        </a:p>
      </dgm:t>
    </dgm:pt>
    <dgm:pt modelId="{613A6527-7A56-481C-9ADA-AEF092FC5741}" type="parTrans" cxnId="{EFCB9E1E-C6F0-484A-A158-D236A41EF78A}">
      <dgm:prSet/>
      <dgm:spPr/>
      <dgm:t>
        <a:bodyPr/>
        <a:lstStyle/>
        <a:p>
          <a:endParaRPr lang="en-US"/>
        </a:p>
      </dgm:t>
    </dgm:pt>
    <dgm:pt modelId="{FECBC35C-EB25-448E-8EA9-6036F223CBB1}" type="sibTrans" cxnId="{EFCB9E1E-C6F0-484A-A158-D236A41EF78A}">
      <dgm:prSet/>
      <dgm:spPr/>
      <dgm:t>
        <a:bodyPr/>
        <a:lstStyle/>
        <a:p>
          <a:endParaRPr lang="en-US"/>
        </a:p>
      </dgm:t>
    </dgm:pt>
    <dgm:pt modelId="{3EF982AA-B2B3-4CD9-92DD-4D4EA2BACABF}">
      <dgm:prSet phldrT="[Text]"/>
      <dgm:spPr/>
      <dgm:t>
        <a:bodyPr/>
        <a:lstStyle/>
        <a:p>
          <a:r>
            <a:rPr lang="en-US" dirty="0"/>
            <a:t>Seaborn</a:t>
          </a:r>
        </a:p>
      </dgm:t>
    </dgm:pt>
    <dgm:pt modelId="{C61D2759-BF32-47EA-87E4-AB2888EF2FDC}" type="parTrans" cxnId="{694B11BC-F9F3-44AF-8036-5A5E1F7B60B0}">
      <dgm:prSet/>
      <dgm:spPr/>
      <dgm:t>
        <a:bodyPr/>
        <a:lstStyle/>
        <a:p>
          <a:endParaRPr lang="en-US"/>
        </a:p>
      </dgm:t>
    </dgm:pt>
    <dgm:pt modelId="{ED012582-ADC7-4E58-ADD8-751391FE224E}" type="sibTrans" cxnId="{694B11BC-F9F3-44AF-8036-5A5E1F7B60B0}">
      <dgm:prSet/>
      <dgm:spPr/>
      <dgm:t>
        <a:bodyPr/>
        <a:lstStyle/>
        <a:p>
          <a:endParaRPr lang="en-US"/>
        </a:p>
      </dgm:t>
    </dgm:pt>
    <dgm:pt modelId="{5A22F3C2-AC9E-4098-B5FC-61789971A5C8}">
      <dgm:prSet phldrT="[Text]"/>
      <dgm:spPr/>
      <dgm:t>
        <a:bodyPr/>
        <a:lstStyle/>
        <a:p>
          <a:r>
            <a:rPr lang="en-US" dirty="0"/>
            <a:t>MS Teams</a:t>
          </a:r>
        </a:p>
      </dgm:t>
    </dgm:pt>
    <dgm:pt modelId="{94DA8BCA-FD0D-40A6-B4FE-75E8E6E448E3}" type="parTrans" cxnId="{404815D2-4B33-4DC3-969B-DD61AA2E143F}">
      <dgm:prSet/>
      <dgm:spPr/>
      <dgm:t>
        <a:bodyPr/>
        <a:lstStyle/>
        <a:p>
          <a:endParaRPr lang="en-US"/>
        </a:p>
      </dgm:t>
    </dgm:pt>
    <dgm:pt modelId="{E5DA0113-A83F-456D-A090-337122F35576}" type="sibTrans" cxnId="{404815D2-4B33-4DC3-969B-DD61AA2E143F}">
      <dgm:prSet/>
      <dgm:spPr/>
      <dgm:t>
        <a:bodyPr/>
        <a:lstStyle/>
        <a:p>
          <a:endParaRPr lang="en-US"/>
        </a:p>
      </dgm:t>
    </dgm:pt>
    <dgm:pt modelId="{61562279-3126-413C-AE24-A5031B4BDF24}">
      <dgm:prSet phldrT="[Text]"/>
      <dgm:spPr/>
      <dgm:t>
        <a:bodyPr/>
        <a:lstStyle/>
        <a:p>
          <a:pPr>
            <a:buFont typeface="Courier New" pitchFamily="49" charset="0"/>
            <a:buChar char="o"/>
          </a:pPr>
          <a:r>
            <a:rPr lang="en-US" dirty="0"/>
            <a:t>Star UML </a:t>
          </a:r>
        </a:p>
      </dgm:t>
    </dgm:pt>
    <dgm:pt modelId="{6FD97BBB-79C6-4A7B-93F5-AB86F5283BF8}" type="parTrans" cxnId="{381A81CC-7C9F-442A-BE9D-6E6B22710CEC}">
      <dgm:prSet/>
      <dgm:spPr/>
      <dgm:t>
        <a:bodyPr/>
        <a:lstStyle/>
        <a:p>
          <a:endParaRPr lang="en-US"/>
        </a:p>
      </dgm:t>
    </dgm:pt>
    <dgm:pt modelId="{03113196-C4A6-4A72-94E6-62D695805C2E}" type="sibTrans" cxnId="{381A81CC-7C9F-442A-BE9D-6E6B22710CEC}">
      <dgm:prSet/>
      <dgm:spPr/>
      <dgm:t>
        <a:bodyPr/>
        <a:lstStyle/>
        <a:p>
          <a:endParaRPr lang="en-US"/>
        </a:p>
      </dgm:t>
    </dgm:pt>
    <dgm:pt modelId="{40B1A1A5-DA08-4644-8289-F5040E5ECB6E}">
      <dgm:prSet phldrT="[Text]"/>
      <dgm:spPr/>
      <dgm:t>
        <a:bodyPr/>
        <a:lstStyle/>
        <a:p>
          <a:r>
            <a:rPr lang="en-US" dirty="0"/>
            <a:t>Scikit Learn</a:t>
          </a:r>
        </a:p>
      </dgm:t>
    </dgm:pt>
    <dgm:pt modelId="{EDC9E210-2418-4860-AB3C-730E6ED81899}" type="parTrans" cxnId="{9304D005-4B0F-4571-898B-B31694C51358}">
      <dgm:prSet/>
      <dgm:spPr/>
      <dgm:t>
        <a:bodyPr/>
        <a:lstStyle/>
        <a:p>
          <a:endParaRPr lang="en-US"/>
        </a:p>
      </dgm:t>
    </dgm:pt>
    <dgm:pt modelId="{0199B57B-78CA-468A-A17A-6B281CE2DAAA}" type="sibTrans" cxnId="{9304D005-4B0F-4571-898B-B31694C51358}">
      <dgm:prSet/>
      <dgm:spPr/>
      <dgm:t>
        <a:bodyPr/>
        <a:lstStyle/>
        <a:p>
          <a:endParaRPr lang="en-US"/>
        </a:p>
      </dgm:t>
    </dgm:pt>
    <dgm:pt modelId="{95D80637-C29B-4D17-917C-FA5B4057CC99}" type="pres">
      <dgm:prSet presAssocID="{1D56F0CC-4680-47F8-BBDC-A660FED0CFFB}" presName="Name0" presStyleCnt="0">
        <dgm:presLayoutVars>
          <dgm:chMax val="1"/>
          <dgm:chPref val="1"/>
          <dgm:dir/>
          <dgm:animOne val="branch"/>
          <dgm:animLvl val="lvl"/>
        </dgm:presLayoutVars>
      </dgm:prSet>
      <dgm:spPr/>
    </dgm:pt>
    <dgm:pt modelId="{6EA5FF87-2CDD-4781-A0DD-2D6B8BF197EC}" type="pres">
      <dgm:prSet presAssocID="{56F23CB5-2025-4BF8-B965-85B746F14D6E}" presName="Parent" presStyleLbl="node0" presStyleIdx="0" presStyleCnt="1" custLinFactNeighborX="-2006">
        <dgm:presLayoutVars>
          <dgm:chMax val="6"/>
          <dgm:chPref val="6"/>
        </dgm:presLayoutVars>
      </dgm:prSet>
      <dgm:spPr/>
    </dgm:pt>
    <dgm:pt modelId="{655D121F-3B8A-4962-96D6-E5ED18675B78}" type="pres">
      <dgm:prSet presAssocID="{8FD3277C-A683-409E-A59A-3F91F8217C5E}" presName="Accent1" presStyleCnt="0"/>
      <dgm:spPr/>
    </dgm:pt>
    <dgm:pt modelId="{82C2C14F-3D33-470E-ADCF-C0EF163399A9}" type="pres">
      <dgm:prSet presAssocID="{8FD3277C-A683-409E-A59A-3F91F8217C5E}" presName="Accent" presStyleLbl="bgShp" presStyleIdx="0" presStyleCnt="6"/>
      <dgm:spPr/>
    </dgm:pt>
    <dgm:pt modelId="{1F2B36DA-2C26-4EAA-8430-D13892CD76C2}" type="pres">
      <dgm:prSet presAssocID="{8FD3277C-A683-409E-A59A-3F91F8217C5E}" presName="Child1" presStyleLbl="node1" presStyleIdx="0" presStyleCnt="6">
        <dgm:presLayoutVars>
          <dgm:chMax val="0"/>
          <dgm:chPref val="0"/>
          <dgm:bulletEnabled val="1"/>
        </dgm:presLayoutVars>
      </dgm:prSet>
      <dgm:spPr/>
    </dgm:pt>
    <dgm:pt modelId="{111FFA71-A607-4F55-A8D9-9273D7B1D927}" type="pres">
      <dgm:prSet presAssocID="{692E0D99-5472-4723-93EF-DF7CD4706469}" presName="Accent2" presStyleCnt="0"/>
      <dgm:spPr/>
    </dgm:pt>
    <dgm:pt modelId="{4DDC7CE0-D90E-4CCC-A9B8-64F98C7F1444}" type="pres">
      <dgm:prSet presAssocID="{692E0D99-5472-4723-93EF-DF7CD4706469}" presName="Accent" presStyleLbl="bgShp" presStyleIdx="1" presStyleCnt="6"/>
      <dgm:spPr/>
    </dgm:pt>
    <dgm:pt modelId="{F663E695-3DFE-4187-97B7-0E8BEA9F1662}" type="pres">
      <dgm:prSet presAssocID="{692E0D99-5472-4723-93EF-DF7CD4706469}" presName="Child2" presStyleLbl="node1" presStyleIdx="1" presStyleCnt="6">
        <dgm:presLayoutVars>
          <dgm:chMax val="0"/>
          <dgm:chPref val="0"/>
          <dgm:bulletEnabled val="1"/>
        </dgm:presLayoutVars>
      </dgm:prSet>
      <dgm:spPr/>
    </dgm:pt>
    <dgm:pt modelId="{ECFE9CA1-76E8-40BD-8427-0CA7F5254A50}" type="pres">
      <dgm:prSet presAssocID="{3EF982AA-B2B3-4CD9-92DD-4D4EA2BACABF}" presName="Accent3" presStyleCnt="0"/>
      <dgm:spPr/>
    </dgm:pt>
    <dgm:pt modelId="{2A560D6D-7929-48A5-839B-9773A777AF93}" type="pres">
      <dgm:prSet presAssocID="{3EF982AA-B2B3-4CD9-92DD-4D4EA2BACABF}" presName="Accent" presStyleLbl="bgShp" presStyleIdx="2" presStyleCnt="6"/>
      <dgm:spPr/>
    </dgm:pt>
    <dgm:pt modelId="{1F04EDAD-029F-4AD3-A63C-6339EA071164}" type="pres">
      <dgm:prSet presAssocID="{3EF982AA-B2B3-4CD9-92DD-4D4EA2BACABF}" presName="Child3" presStyleLbl="node1" presStyleIdx="2" presStyleCnt="6">
        <dgm:presLayoutVars>
          <dgm:chMax val="0"/>
          <dgm:chPref val="0"/>
          <dgm:bulletEnabled val="1"/>
        </dgm:presLayoutVars>
      </dgm:prSet>
      <dgm:spPr/>
    </dgm:pt>
    <dgm:pt modelId="{7F215D0A-AD28-4F6F-A775-7316F6FB6905}" type="pres">
      <dgm:prSet presAssocID="{5A22F3C2-AC9E-4098-B5FC-61789971A5C8}" presName="Accent4" presStyleCnt="0"/>
      <dgm:spPr/>
    </dgm:pt>
    <dgm:pt modelId="{25EDD0C8-A08D-4DEB-8F5C-5376081D13D6}" type="pres">
      <dgm:prSet presAssocID="{5A22F3C2-AC9E-4098-B5FC-61789971A5C8}" presName="Accent" presStyleLbl="bgShp" presStyleIdx="3" presStyleCnt="6"/>
      <dgm:spPr/>
    </dgm:pt>
    <dgm:pt modelId="{BF5144E5-B42F-44D9-84B0-62F48B8DE690}" type="pres">
      <dgm:prSet presAssocID="{5A22F3C2-AC9E-4098-B5FC-61789971A5C8}" presName="Child4" presStyleLbl="node1" presStyleIdx="3" presStyleCnt="6">
        <dgm:presLayoutVars>
          <dgm:chMax val="0"/>
          <dgm:chPref val="0"/>
          <dgm:bulletEnabled val="1"/>
        </dgm:presLayoutVars>
      </dgm:prSet>
      <dgm:spPr/>
    </dgm:pt>
    <dgm:pt modelId="{A4182832-30E0-480F-87D9-3510DED926A4}" type="pres">
      <dgm:prSet presAssocID="{61562279-3126-413C-AE24-A5031B4BDF24}" presName="Accent5" presStyleCnt="0"/>
      <dgm:spPr/>
    </dgm:pt>
    <dgm:pt modelId="{06BA1090-03D2-4D60-B967-3CE429DFC6D2}" type="pres">
      <dgm:prSet presAssocID="{61562279-3126-413C-AE24-A5031B4BDF24}" presName="Accent" presStyleLbl="bgShp" presStyleIdx="4" presStyleCnt="6"/>
      <dgm:spPr/>
    </dgm:pt>
    <dgm:pt modelId="{54F9EA3F-05F1-48AA-BAF7-10A8DDFF3206}" type="pres">
      <dgm:prSet presAssocID="{61562279-3126-413C-AE24-A5031B4BDF24}" presName="Child5" presStyleLbl="node1" presStyleIdx="4" presStyleCnt="6">
        <dgm:presLayoutVars>
          <dgm:chMax val="0"/>
          <dgm:chPref val="0"/>
          <dgm:bulletEnabled val="1"/>
        </dgm:presLayoutVars>
      </dgm:prSet>
      <dgm:spPr/>
    </dgm:pt>
    <dgm:pt modelId="{19CA857A-0A2C-4FBB-9BD6-8EA07FF2CFAB}" type="pres">
      <dgm:prSet presAssocID="{40B1A1A5-DA08-4644-8289-F5040E5ECB6E}" presName="Accent6" presStyleCnt="0"/>
      <dgm:spPr/>
    </dgm:pt>
    <dgm:pt modelId="{9C0C043B-9728-436D-A119-168CCB3D95A5}" type="pres">
      <dgm:prSet presAssocID="{40B1A1A5-DA08-4644-8289-F5040E5ECB6E}" presName="Accent" presStyleLbl="bgShp" presStyleIdx="5" presStyleCnt="6"/>
      <dgm:spPr/>
    </dgm:pt>
    <dgm:pt modelId="{1BE5BEDC-C2DA-45DE-908C-4FFEBAF3A3A1}" type="pres">
      <dgm:prSet presAssocID="{40B1A1A5-DA08-4644-8289-F5040E5ECB6E}" presName="Child6" presStyleLbl="node1" presStyleIdx="5" presStyleCnt="6">
        <dgm:presLayoutVars>
          <dgm:chMax val="0"/>
          <dgm:chPref val="0"/>
          <dgm:bulletEnabled val="1"/>
        </dgm:presLayoutVars>
      </dgm:prSet>
      <dgm:spPr/>
    </dgm:pt>
  </dgm:ptLst>
  <dgm:cxnLst>
    <dgm:cxn modelId="{9304D005-4B0F-4571-898B-B31694C51358}" srcId="{56F23CB5-2025-4BF8-B965-85B746F14D6E}" destId="{40B1A1A5-DA08-4644-8289-F5040E5ECB6E}" srcOrd="5" destOrd="0" parTransId="{EDC9E210-2418-4860-AB3C-730E6ED81899}" sibTransId="{0199B57B-78CA-468A-A17A-6B281CE2DAAA}"/>
    <dgm:cxn modelId="{FE277E07-6C37-4CB0-B2D5-F92BCC79E77A}" type="presOf" srcId="{56F23CB5-2025-4BF8-B965-85B746F14D6E}" destId="{6EA5FF87-2CDD-4781-A0DD-2D6B8BF197EC}" srcOrd="0" destOrd="0" presId="urn:microsoft.com/office/officeart/2011/layout/HexagonRadial"/>
    <dgm:cxn modelId="{AFBE610B-DDA8-4E5D-ACBD-9DBFF6500BCA}" type="presOf" srcId="{40B1A1A5-DA08-4644-8289-F5040E5ECB6E}" destId="{1BE5BEDC-C2DA-45DE-908C-4FFEBAF3A3A1}" srcOrd="0" destOrd="0" presId="urn:microsoft.com/office/officeart/2011/layout/HexagonRadial"/>
    <dgm:cxn modelId="{EFCB9E1E-C6F0-484A-A158-D236A41EF78A}" srcId="{56F23CB5-2025-4BF8-B965-85B746F14D6E}" destId="{692E0D99-5472-4723-93EF-DF7CD4706469}" srcOrd="1" destOrd="0" parTransId="{613A6527-7A56-481C-9ADA-AEF092FC5741}" sibTransId="{FECBC35C-EB25-448E-8EA9-6036F223CBB1}"/>
    <dgm:cxn modelId="{7880E13B-5E91-426D-AAFE-0759BDFFC6DE}" type="presOf" srcId="{61562279-3126-413C-AE24-A5031B4BDF24}" destId="{54F9EA3F-05F1-48AA-BAF7-10A8DDFF3206}" srcOrd="0" destOrd="0" presId="urn:microsoft.com/office/officeart/2011/layout/HexagonRadial"/>
    <dgm:cxn modelId="{82EC8A6E-5B60-4EE7-ABF3-0487927B8041}" srcId="{56F23CB5-2025-4BF8-B965-85B746F14D6E}" destId="{8FD3277C-A683-409E-A59A-3F91F8217C5E}" srcOrd="0" destOrd="0" parTransId="{D8F406F4-1210-47AF-BCAA-9C5575041BFD}" sibTransId="{070C7D77-C382-4701-9C82-DEC8720B70CB}"/>
    <dgm:cxn modelId="{B8C06B75-AF89-4635-9BFF-474F1E87E284}" type="presOf" srcId="{692E0D99-5472-4723-93EF-DF7CD4706469}" destId="{F663E695-3DFE-4187-97B7-0E8BEA9F1662}" srcOrd="0" destOrd="0" presId="urn:microsoft.com/office/officeart/2011/layout/HexagonRadial"/>
    <dgm:cxn modelId="{C71EC879-731B-42D0-BA7E-DF3206079CBA}" srcId="{1D56F0CC-4680-47F8-BBDC-A660FED0CFFB}" destId="{56F23CB5-2025-4BF8-B965-85B746F14D6E}" srcOrd="0" destOrd="0" parTransId="{AC5A3595-A76D-44F7-9767-FDF1F9F0C892}" sibTransId="{8EAF6819-CD5C-494F-9368-A9B3BB13F55F}"/>
    <dgm:cxn modelId="{0CF903B1-956C-4B56-8432-C7B6365D1471}" type="presOf" srcId="{3EF982AA-B2B3-4CD9-92DD-4D4EA2BACABF}" destId="{1F04EDAD-029F-4AD3-A63C-6339EA071164}" srcOrd="0" destOrd="0" presId="urn:microsoft.com/office/officeart/2011/layout/HexagonRadial"/>
    <dgm:cxn modelId="{694B11BC-F9F3-44AF-8036-5A5E1F7B60B0}" srcId="{56F23CB5-2025-4BF8-B965-85B746F14D6E}" destId="{3EF982AA-B2B3-4CD9-92DD-4D4EA2BACABF}" srcOrd="2" destOrd="0" parTransId="{C61D2759-BF32-47EA-87E4-AB2888EF2FDC}" sibTransId="{ED012582-ADC7-4E58-ADD8-751391FE224E}"/>
    <dgm:cxn modelId="{D0D612BD-6148-41A3-99AE-1B5D10DE9053}" type="presOf" srcId="{8FD3277C-A683-409E-A59A-3F91F8217C5E}" destId="{1F2B36DA-2C26-4EAA-8430-D13892CD76C2}" srcOrd="0" destOrd="0" presId="urn:microsoft.com/office/officeart/2011/layout/HexagonRadial"/>
    <dgm:cxn modelId="{381A81CC-7C9F-442A-BE9D-6E6B22710CEC}" srcId="{56F23CB5-2025-4BF8-B965-85B746F14D6E}" destId="{61562279-3126-413C-AE24-A5031B4BDF24}" srcOrd="4" destOrd="0" parTransId="{6FD97BBB-79C6-4A7B-93F5-AB86F5283BF8}" sibTransId="{03113196-C4A6-4A72-94E6-62D695805C2E}"/>
    <dgm:cxn modelId="{404815D2-4B33-4DC3-969B-DD61AA2E143F}" srcId="{56F23CB5-2025-4BF8-B965-85B746F14D6E}" destId="{5A22F3C2-AC9E-4098-B5FC-61789971A5C8}" srcOrd="3" destOrd="0" parTransId="{94DA8BCA-FD0D-40A6-B4FE-75E8E6E448E3}" sibTransId="{E5DA0113-A83F-456D-A090-337122F35576}"/>
    <dgm:cxn modelId="{656FECEB-9390-43AE-9759-0F992FC56D2E}" type="presOf" srcId="{1D56F0CC-4680-47F8-BBDC-A660FED0CFFB}" destId="{95D80637-C29B-4D17-917C-FA5B4057CC99}" srcOrd="0" destOrd="0" presId="urn:microsoft.com/office/officeart/2011/layout/HexagonRadial"/>
    <dgm:cxn modelId="{30821EF1-82BA-4829-8749-1C57958712D1}" type="presOf" srcId="{5A22F3C2-AC9E-4098-B5FC-61789971A5C8}" destId="{BF5144E5-B42F-44D9-84B0-62F48B8DE690}" srcOrd="0" destOrd="0" presId="urn:microsoft.com/office/officeart/2011/layout/HexagonRadial"/>
    <dgm:cxn modelId="{E8DFA3CB-E69F-4276-912F-DE6263E42F5E}" type="presParOf" srcId="{95D80637-C29B-4D17-917C-FA5B4057CC99}" destId="{6EA5FF87-2CDD-4781-A0DD-2D6B8BF197EC}" srcOrd="0" destOrd="0" presId="urn:microsoft.com/office/officeart/2011/layout/HexagonRadial"/>
    <dgm:cxn modelId="{6BA58D01-4E22-4849-9F7F-17626733DF62}" type="presParOf" srcId="{95D80637-C29B-4D17-917C-FA5B4057CC99}" destId="{655D121F-3B8A-4962-96D6-E5ED18675B78}" srcOrd="1" destOrd="0" presId="urn:microsoft.com/office/officeart/2011/layout/HexagonRadial"/>
    <dgm:cxn modelId="{74783115-AA3A-414A-81CE-30945499336F}" type="presParOf" srcId="{655D121F-3B8A-4962-96D6-E5ED18675B78}" destId="{82C2C14F-3D33-470E-ADCF-C0EF163399A9}" srcOrd="0" destOrd="0" presId="urn:microsoft.com/office/officeart/2011/layout/HexagonRadial"/>
    <dgm:cxn modelId="{901B7E99-FF57-4F02-B860-259AFEBB6B94}" type="presParOf" srcId="{95D80637-C29B-4D17-917C-FA5B4057CC99}" destId="{1F2B36DA-2C26-4EAA-8430-D13892CD76C2}" srcOrd="2" destOrd="0" presId="urn:microsoft.com/office/officeart/2011/layout/HexagonRadial"/>
    <dgm:cxn modelId="{4A5219FD-2E4A-49AB-AC34-C7AA98EC93EE}" type="presParOf" srcId="{95D80637-C29B-4D17-917C-FA5B4057CC99}" destId="{111FFA71-A607-4F55-A8D9-9273D7B1D927}" srcOrd="3" destOrd="0" presId="urn:microsoft.com/office/officeart/2011/layout/HexagonRadial"/>
    <dgm:cxn modelId="{DD2CB3E4-046E-4BE3-948C-DC76D30E770B}" type="presParOf" srcId="{111FFA71-A607-4F55-A8D9-9273D7B1D927}" destId="{4DDC7CE0-D90E-4CCC-A9B8-64F98C7F1444}" srcOrd="0" destOrd="0" presId="urn:microsoft.com/office/officeart/2011/layout/HexagonRadial"/>
    <dgm:cxn modelId="{0434A9D7-31CA-4C98-BAAF-FC3D765B3BE7}" type="presParOf" srcId="{95D80637-C29B-4D17-917C-FA5B4057CC99}" destId="{F663E695-3DFE-4187-97B7-0E8BEA9F1662}" srcOrd="4" destOrd="0" presId="urn:microsoft.com/office/officeart/2011/layout/HexagonRadial"/>
    <dgm:cxn modelId="{9690F09D-B791-4806-87BC-F939B3A81CF9}" type="presParOf" srcId="{95D80637-C29B-4D17-917C-FA5B4057CC99}" destId="{ECFE9CA1-76E8-40BD-8427-0CA7F5254A50}" srcOrd="5" destOrd="0" presId="urn:microsoft.com/office/officeart/2011/layout/HexagonRadial"/>
    <dgm:cxn modelId="{8CF248B2-0C55-4BAD-A6FE-F47D39559F87}" type="presParOf" srcId="{ECFE9CA1-76E8-40BD-8427-0CA7F5254A50}" destId="{2A560D6D-7929-48A5-839B-9773A777AF93}" srcOrd="0" destOrd="0" presId="urn:microsoft.com/office/officeart/2011/layout/HexagonRadial"/>
    <dgm:cxn modelId="{CE620180-7922-4485-8BD1-AEB4594DBFC7}" type="presParOf" srcId="{95D80637-C29B-4D17-917C-FA5B4057CC99}" destId="{1F04EDAD-029F-4AD3-A63C-6339EA071164}" srcOrd="6" destOrd="0" presId="urn:microsoft.com/office/officeart/2011/layout/HexagonRadial"/>
    <dgm:cxn modelId="{A559E358-94BE-43BE-8345-F41A1B6DE94E}" type="presParOf" srcId="{95D80637-C29B-4D17-917C-FA5B4057CC99}" destId="{7F215D0A-AD28-4F6F-A775-7316F6FB6905}" srcOrd="7" destOrd="0" presId="urn:microsoft.com/office/officeart/2011/layout/HexagonRadial"/>
    <dgm:cxn modelId="{94C9ED55-2E70-40EE-AD80-666A91AFB34E}" type="presParOf" srcId="{7F215D0A-AD28-4F6F-A775-7316F6FB6905}" destId="{25EDD0C8-A08D-4DEB-8F5C-5376081D13D6}" srcOrd="0" destOrd="0" presId="urn:microsoft.com/office/officeart/2011/layout/HexagonRadial"/>
    <dgm:cxn modelId="{C280B02E-AF37-4228-9877-B4BA5895E058}" type="presParOf" srcId="{95D80637-C29B-4D17-917C-FA5B4057CC99}" destId="{BF5144E5-B42F-44D9-84B0-62F48B8DE690}" srcOrd="8" destOrd="0" presId="urn:microsoft.com/office/officeart/2011/layout/HexagonRadial"/>
    <dgm:cxn modelId="{C77CF159-CAFD-45FF-BE38-6B6A3C3BAD85}" type="presParOf" srcId="{95D80637-C29B-4D17-917C-FA5B4057CC99}" destId="{A4182832-30E0-480F-87D9-3510DED926A4}" srcOrd="9" destOrd="0" presId="urn:microsoft.com/office/officeart/2011/layout/HexagonRadial"/>
    <dgm:cxn modelId="{4E7E7022-1E31-4502-A8C8-10F48EF0989B}" type="presParOf" srcId="{A4182832-30E0-480F-87D9-3510DED926A4}" destId="{06BA1090-03D2-4D60-B967-3CE429DFC6D2}" srcOrd="0" destOrd="0" presId="urn:microsoft.com/office/officeart/2011/layout/HexagonRadial"/>
    <dgm:cxn modelId="{2849EEB4-22F2-46EC-AF99-BD2A88CA27AF}" type="presParOf" srcId="{95D80637-C29B-4D17-917C-FA5B4057CC99}" destId="{54F9EA3F-05F1-48AA-BAF7-10A8DDFF3206}" srcOrd="10" destOrd="0" presId="urn:microsoft.com/office/officeart/2011/layout/HexagonRadial"/>
    <dgm:cxn modelId="{7F05DB22-5DFF-429D-BE9A-963673DD9D58}" type="presParOf" srcId="{95D80637-C29B-4D17-917C-FA5B4057CC99}" destId="{19CA857A-0A2C-4FBB-9BD6-8EA07FF2CFAB}" srcOrd="11" destOrd="0" presId="urn:microsoft.com/office/officeart/2011/layout/HexagonRadial"/>
    <dgm:cxn modelId="{DB6F95C3-DA01-4088-A28F-6F46DDC8D8C9}" type="presParOf" srcId="{19CA857A-0A2C-4FBB-9BD6-8EA07FF2CFAB}" destId="{9C0C043B-9728-436D-A119-168CCB3D95A5}" srcOrd="0" destOrd="0" presId="urn:microsoft.com/office/officeart/2011/layout/HexagonRadial"/>
    <dgm:cxn modelId="{2CB8CB43-6F3C-4DA2-B81D-F3CC7EB266AF}" type="presParOf" srcId="{95D80637-C29B-4D17-917C-FA5B4057CC99}" destId="{1BE5BEDC-C2DA-45DE-908C-4FFEBAF3A3A1}" srcOrd="12" destOrd="0" presId="urn:microsoft.com/office/officeart/2011/layout/HexagonRadial"/>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85193-AA99-4FD4-88E2-A8372D6DEC49}">
      <dsp:nvSpPr>
        <dsp:cNvPr id="0" name=""/>
        <dsp:cNvSpPr/>
      </dsp:nvSpPr>
      <dsp:spPr>
        <a:xfrm>
          <a:off x="386897" y="678"/>
          <a:ext cx="2190359" cy="139087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A13728-67DB-4862-B6D1-1EA6C412F832}">
      <dsp:nvSpPr>
        <dsp:cNvPr id="0" name=""/>
        <dsp:cNvSpPr/>
      </dsp:nvSpPr>
      <dsp:spPr>
        <a:xfrm>
          <a:off x="630270" y="231883"/>
          <a:ext cx="2190359" cy="139087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Detect spam messages</a:t>
          </a:r>
        </a:p>
      </dsp:txBody>
      <dsp:txXfrm>
        <a:off x="671007" y="272620"/>
        <a:ext cx="2108885" cy="1309404"/>
      </dsp:txXfrm>
    </dsp:sp>
    <dsp:sp modelId="{A2E78117-7FD0-4689-BADE-05F84859EFCD}">
      <dsp:nvSpPr>
        <dsp:cNvPr id="0" name=""/>
        <dsp:cNvSpPr/>
      </dsp:nvSpPr>
      <dsp:spPr>
        <a:xfrm>
          <a:off x="3064004" y="678"/>
          <a:ext cx="2190359" cy="139087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FB5555-0AB3-4B37-879D-8EBAA359490B}">
      <dsp:nvSpPr>
        <dsp:cNvPr id="0" name=""/>
        <dsp:cNvSpPr/>
      </dsp:nvSpPr>
      <dsp:spPr>
        <a:xfrm>
          <a:off x="3307377" y="231883"/>
          <a:ext cx="2190359" cy="139087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Trebuchet MS"/>
            </a:rPr>
            <a:t>Efficient </a:t>
          </a:r>
          <a:r>
            <a:rPr lang="en-US" sz="1300" kern="1200" dirty="0"/>
            <a:t> communication</a:t>
          </a:r>
        </a:p>
      </dsp:txBody>
      <dsp:txXfrm>
        <a:off x="3348114" y="272620"/>
        <a:ext cx="2108885" cy="13094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43B1D8-FD3D-4DA9-88F5-DD84DC415E51}">
      <dsp:nvSpPr>
        <dsp:cNvPr id="0" name=""/>
        <dsp:cNvSpPr/>
      </dsp:nvSpPr>
      <dsp:spPr>
        <a:xfrm>
          <a:off x="392918" y="329943"/>
          <a:ext cx="1166625" cy="116662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B8A581-2EEA-4CCE-951B-10E10AF5AA15}">
      <dsp:nvSpPr>
        <dsp:cNvPr id="0" name=""/>
        <dsp:cNvSpPr/>
      </dsp:nvSpPr>
      <dsp:spPr>
        <a:xfrm>
          <a:off x="641544" y="578568"/>
          <a:ext cx="669375" cy="66937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8000" b="-8000"/>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B8A645C-F1CE-48D9-8EAE-6894A97505A1}">
      <dsp:nvSpPr>
        <dsp:cNvPr id="0" name=""/>
        <dsp:cNvSpPr/>
      </dsp:nvSpPr>
      <dsp:spPr>
        <a:xfrm>
          <a:off x="19981" y="1859943"/>
          <a:ext cx="19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Security</a:t>
          </a:r>
        </a:p>
      </dsp:txBody>
      <dsp:txXfrm>
        <a:off x="19981" y="1859943"/>
        <a:ext cx="1912500" cy="720000"/>
      </dsp:txXfrm>
    </dsp:sp>
    <dsp:sp modelId="{C3A59B0D-F714-42E4-8EBD-EAFA676E28B0}">
      <dsp:nvSpPr>
        <dsp:cNvPr id="0" name=""/>
        <dsp:cNvSpPr/>
      </dsp:nvSpPr>
      <dsp:spPr>
        <a:xfrm>
          <a:off x="2640106" y="329943"/>
          <a:ext cx="1166625" cy="116662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3324D-D0EF-4B28-9F86-01FC34B3E18F}">
      <dsp:nvSpPr>
        <dsp:cNvPr id="0" name=""/>
        <dsp:cNvSpPr/>
      </dsp:nvSpPr>
      <dsp:spPr>
        <a:xfrm>
          <a:off x="2888731" y="578568"/>
          <a:ext cx="669375" cy="669375"/>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395C1CD-7D93-43B4-818A-8F0A26A85A43}">
      <dsp:nvSpPr>
        <dsp:cNvPr id="0" name=""/>
        <dsp:cNvSpPr/>
      </dsp:nvSpPr>
      <dsp:spPr>
        <a:xfrm>
          <a:off x="2267169" y="1859943"/>
          <a:ext cx="19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Reliability</a:t>
          </a:r>
        </a:p>
      </dsp:txBody>
      <dsp:txXfrm>
        <a:off x="2267169" y="1859943"/>
        <a:ext cx="1912500" cy="720000"/>
      </dsp:txXfrm>
    </dsp:sp>
    <dsp:sp modelId="{7C651082-77A8-43BF-BEB6-C0343872FB8A}">
      <dsp:nvSpPr>
        <dsp:cNvPr id="0" name=""/>
        <dsp:cNvSpPr/>
      </dsp:nvSpPr>
      <dsp:spPr>
        <a:xfrm>
          <a:off x="4887294" y="329943"/>
          <a:ext cx="1166625" cy="1166625"/>
        </a:xfrm>
        <a:prstGeom prst="round2DiagRect">
          <a:avLst>
            <a:gd name="adj1" fmla="val 29727"/>
            <a:gd name="adj2" fmla="val 0"/>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sp>
    <dsp:sp modelId="{097A9B3A-63DA-4AD8-8F08-C00C010EA932}">
      <dsp:nvSpPr>
        <dsp:cNvPr id="0" name=""/>
        <dsp:cNvSpPr/>
      </dsp:nvSpPr>
      <dsp:spPr>
        <a:xfrm>
          <a:off x="5135919" y="578568"/>
          <a:ext cx="669375" cy="669375"/>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30000" r="-30000"/>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69CFE28-F782-46AF-B468-2A7CBDFEA7E9}">
      <dsp:nvSpPr>
        <dsp:cNvPr id="0" name=""/>
        <dsp:cNvSpPr/>
      </dsp:nvSpPr>
      <dsp:spPr>
        <a:xfrm>
          <a:off x="4514356" y="1859943"/>
          <a:ext cx="19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dirty="0"/>
            <a:t>PERFORMANCE</a:t>
          </a:r>
        </a:p>
      </dsp:txBody>
      <dsp:txXfrm>
        <a:off x="4514356" y="1859943"/>
        <a:ext cx="19125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2F282-5343-455D-ADFE-C309E1FF171D}">
      <dsp:nvSpPr>
        <dsp:cNvPr id="0" name=""/>
        <dsp:cNvSpPr/>
      </dsp:nvSpPr>
      <dsp:spPr>
        <a:xfrm>
          <a:off x="47546" y="248263"/>
          <a:ext cx="890164" cy="8901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1AE503-4D82-4309-BB25-5450C598941B}">
      <dsp:nvSpPr>
        <dsp:cNvPr id="0" name=""/>
        <dsp:cNvSpPr/>
      </dsp:nvSpPr>
      <dsp:spPr>
        <a:xfrm>
          <a:off x="234480" y="435197"/>
          <a:ext cx="516295" cy="5162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F14229D-C2A6-4016-AF6B-9F7DD59E7736}">
      <dsp:nvSpPr>
        <dsp:cNvPr id="0" name=""/>
        <dsp:cNvSpPr/>
      </dsp:nvSpPr>
      <dsp:spPr>
        <a:xfrm>
          <a:off x="1128460" y="248263"/>
          <a:ext cx="2098245" cy="890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a:t>Economic Feasibility</a:t>
          </a:r>
          <a:endParaRPr lang="en-US" sz="2400" kern="1200"/>
        </a:p>
      </dsp:txBody>
      <dsp:txXfrm>
        <a:off x="1128460" y="248263"/>
        <a:ext cx="2098245" cy="890164"/>
      </dsp:txXfrm>
    </dsp:sp>
    <dsp:sp modelId="{9C0B51D2-D5A0-490A-B254-E34BE7AA8ED6}">
      <dsp:nvSpPr>
        <dsp:cNvPr id="0" name=""/>
        <dsp:cNvSpPr/>
      </dsp:nvSpPr>
      <dsp:spPr>
        <a:xfrm>
          <a:off x="3592308" y="248263"/>
          <a:ext cx="890164" cy="8901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53F139-814B-4E76-8774-21FE556AB264}">
      <dsp:nvSpPr>
        <dsp:cNvPr id="0" name=""/>
        <dsp:cNvSpPr/>
      </dsp:nvSpPr>
      <dsp:spPr>
        <a:xfrm>
          <a:off x="3779243" y="435197"/>
          <a:ext cx="516295" cy="5162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9CB834-AB66-4DEC-BD66-07145899534D}">
      <dsp:nvSpPr>
        <dsp:cNvPr id="0" name=""/>
        <dsp:cNvSpPr/>
      </dsp:nvSpPr>
      <dsp:spPr>
        <a:xfrm>
          <a:off x="4673222" y="248263"/>
          <a:ext cx="2098245" cy="890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a:t>Technical Feasibility</a:t>
          </a:r>
          <a:endParaRPr lang="en-US" sz="2400" kern="1200"/>
        </a:p>
      </dsp:txBody>
      <dsp:txXfrm>
        <a:off x="4673222" y="248263"/>
        <a:ext cx="2098245" cy="890164"/>
      </dsp:txXfrm>
    </dsp:sp>
    <dsp:sp modelId="{BBAB742C-D4C7-4F8E-9416-9232F43A19A2}">
      <dsp:nvSpPr>
        <dsp:cNvPr id="0" name=""/>
        <dsp:cNvSpPr/>
      </dsp:nvSpPr>
      <dsp:spPr>
        <a:xfrm>
          <a:off x="47546" y="1604772"/>
          <a:ext cx="890164" cy="8901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3D2BE2-8274-4F51-86AA-48AEC680DA73}">
      <dsp:nvSpPr>
        <dsp:cNvPr id="0" name=""/>
        <dsp:cNvSpPr/>
      </dsp:nvSpPr>
      <dsp:spPr>
        <a:xfrm>
          <a:off x="234480" y="1791706"/>
          <a:ext cx="516295" cy="5162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C63EE6-E704-41C1-A4F2-A3E728320930}">
      <dsp:nvSpPr>
        <dsp:cNvPr id="0" name=""/>
        <dsp:cNvSpPr/>
      </dsp:nvSpPr>
      <dsp:spPr>
        <a:xfrm>
          <a:off x="1128460" y="1604772"/>
          <a:ext cx="2098245" cy="890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a:t>Operational Feasibility</a:t>
          </a:r>
          <a:endParaRPr lang="en-US" sz="2400" kern="1200"/>
        </a:p>
      </dsp:txBody>
      <dsp:txXfrm>
        <a:off x="1128460" y="1604772"/>
        <a:ext cx="2098245" cy="890164"/>
      </dsp:txXfrm>
    </dsp:sp>
    <dsp:sp modelId="{5183BC82-99FC-46C2-B26C-BDB7B7FC9E7B}">
      <dsp:nvSpPr>
        <dsp:cNvPr id="0" name=""/>
        <dsp:cNvSpPr/>
      </dsp:nvSpPr>
      <dsp:spPr>
        <a:xfrm>
          <a:off x="3592308" y="1604772"/>
          <a:ext cx="890164" cy="89016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E84BBF-F57E-4C7F-BB7A-3F357230DEE4}">
      <dsp:nvSpPr>
        <dsp:cNvPr id="0" name=""/>
        <dsp:cNvSpPr/>
      </dsp:nvSpPr>
      <dsp:spPr>
        <a:xfrm>
          <a:off x="3779243" y="1791706"/>
          <a:ext cx="516295" cy="51629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0994C28-D562-4CDD-A585-D5BA6ED0D81C}">
      <dsp:nvSpPr>
        <dsp:cNvPr id="0" name=""/>
        <dsp:cNvSpPr/>
      </dsp:nvSpPr>
      <dsp:spPr>
        <a:xfrm>
          <a:off x="4673222" y="1604772"/>
          <a:ext cx="2098245" cy="890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a:t>Time Feasibility</a:t>
          </a:r>
          <a:endParaRPr lang="en-US" sz="2400" kern="1200"/>
        </a:p>
      </dsp:txBody>
      <dsp:txXfrm>
        <a:off x="4673222" y="1604772"/>
        <a:ext cx="2098245" cy="8901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5FF87-2CDD-4781-A0DD-2D6B8BF197EC}">
      <dsp:nvSpPr>
        <dsp:cNvPr id="0" name=""/>
        <dsp:cNvSpPr/>
      </dsp:nvSpPr>
      <dsp:spPr>
        <a:xfrm>
          <a:off x="1493229" y="1138678"/>
          <a:ext cx="1447310" cy="12519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i="0" kern="1200" dirty="0"/>
            <a:t>Natural Language Toolkit</a:t>
          </a:r>
          <a:endParaRPr lang="en-US" sz="1400" kern="1200" dirty="0"/>
        </a:p>
      </dsp:txBody>
      <dsp:txXfrm>
        <a:off x="1733068" y="1346149"/>
        <a:ext cx="967632" cy="837039"/>
      </dsp:txXfrm>
    </dsp:sp>
    <dsp:sp modelId="{4DDC7CE0-D90E-4CCC-A9B8-64F98C7F1444}">
      <dsp:nvSpPr>
        <dsp:cNvPr id="0" name=""/>
        <dsp:cNvSpPr/>
      </dsp:nvSpPr>
      <dsp:spPr>
        <a:xfrm>
          <a:off x="2428556" y="539689"/>
          <a:ext cx="546065" cy="47050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2B36DA-2C26-4EAA-8430-D13892CD76C2}">
      <dsp:nvSpPr>
        <dsp:cNvPr id="0" name=""/>
        <dsp:cNvSpPr/>
      </dsp:nvSpPr>
      <dsp:spPr>
        <a:xfrm>
          <a:off x="1655580" y="0"/>
          <a:ext cx="1186060" cy="10260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Python</a:t>
          </a:r>
        </a:p>
      </dsp:txBody>
      <dsp:txXfrm>
        <a:off x="1852135" y="170044"/>
        <a:ext cx="792950" cy="685993"/>
      </dsp:txXfrm>
    </dsp:sp>
    <dsp:sp modelId="{2A560D6D-7929-48A5-839B-9773A777AF93}">
      <dsp:nvSpPr>
        <dsp:cNvPr id="0" name=""/>
        <dsp:cNvSpPr/>
      </dsp:nvSpPr>
      <dsp:spPr>
        <a:xfrm>
          <a:off x="3065857" y="1419289"/>
          <a:ext cx="546065" cy="47050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63E695-3DFE-4187-97B7-0E8BEA9F1662}">
      <dsp:nvSpPr>
        <dsp:cNvPr id="0" name=""/>
        <dsp:cNvSpPr/>
      </dsp:nvSpPr>
      <dsp:spPr>
        <a:xfrm>
          <a:off x="2743335" y="631108"/>
          <a:ext cx="1186060" cy="10260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Font typeface="Courier New" pitchFamily="49" charset="0"/>
            <a:buNone/>
          </a:pPr>
          <a:r>
            <a:rPr lang="en-US" sz="1400" kern="1200" dirty="0" err="1"/>
            <a:t>Jupyter</a:t>
          </a:r>
          <a:r>
            <a:rPr lang="en-US" sz="1400" kern="1200" dirty="0"/>
            <a:t> Notebook </a:t>
          </a:r>
        </a:p>
      </dsp:txBody>
      <dsp:txXfrm>
        <a:off x="2939890" y="801152"/>
        <a:ext cx="792950" cy="685993"/>
      </dsp:txXfrm>
    </dsp:sp>
    <dsp:sp modelId="{25EDD0C8-A08D-4DEB-8F5C-5376081D13D6}">
      <dsp:nvSpPr>
        <dsp:cNvPr id="0" name=""/>
        <dsp:cNvSpPr/>
      </dsp:nvSpPr>
      <dsp:spPr>
        <a:xfrm>
          <a:off x="2623146" y="2412191"/>
          <a:ext cx="546065" cy="47050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04EDAD-029F-4AD3-A63C-6339EA071164}">
      <dsp:nvSpPr>
        <dsp:cNvPr id="0" name=""/>
        <dsp:cNvSpPr/>
      </dsp:nvSpPr>
      <dsp:spPr>
        <a:xfrm>
          <a:off x="2743335" y="1871795"/>
          <a:ext cx="1186060" cy="10260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Seaborn</a:t>
          </a:r>
        </a:p>
      </dsp:txBody>
      <dsp:txXfrm>
        <a:off x="2939890" y="2041839"/>
        <a:ext cx="792950" cy="685993"/>
      </dsp:txXfrm>
    </dsp:sp>
    <dsp:sp modelId="{06BA1090-03D2-4D60-B967-3CE429DFC6D2}">
      <dsp:nvSpPr>
        <dsp:cNvPr id="0" name=""/>
        <dsp:cNvSpPr/>
      </dsp:nvSpPr>
      <dsp:spPr>
        <a:xfrm>
          <a:off x="1524955" y="2515258"/>
          <a:ext cx="546065" cy="47050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5144E5-B42F-44D9-84B0-62F48B8DE690}">
      <dsp:nvSpPr>
        <dsp:cNvPr id="0" name=""/>
        <dsp:cNvSpPr/>
      </dsp:nvSpPr>
      <dsp:spPr>
        <a:xfrm>
          <a:off x="1655580" y="2503610"/>
          <a:ext cx="1186060" cy="10260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MS Teams</a:t>
          </a:r>
        </a:p>
      </dsp:txBody>
      <dsp:txXfrm>
        <a:off x="1852135" y="2673654"/>
        <a:ext cx="792950" cy="685993"/>
      </dsp:txXfrm>
    </dsp:sp>
    <dsp:sp modelId="{9C0C043B-9728-436D-A119-168CCB3D95A5}">
      <dsp:nvSpPr>
        <dsp:cNvPr id="0" name=""/>
        <dsp:cNvSpPr/>
      </dsp:nvSpPr>
      <dsp:spPr>
        <a:xfrm>
          <a:off x="877217" y="1636012"/>
          <a:ext cx="546065" cy="470507"/>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F9EA3F-05F1-48AA-BAF7-10A8DDFF3206}">
      <dsp:nvSpPr>
        <dsp:cNvPr id="0" name=""/>
        <dsp:cNvSpPr/>
      </dsp:nvSpPr>
      <dsp:spPr>
        <a:xfrm>
          <a:off x="562775" y="1872501"/>
          <a:ext cx="1186060" cy="10260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Font typeface="Courier New" pitchFamily="49" charset="0"/>
            <a:buNone/>
          </a:pPr>
          <a:r>
            <a:rPr lang="en-US" sz="1400" kern="1200" dirty="0"/>
            <a:t>Star UML </a:t>
          </a:r>
        </a:p>
      </dsp:txBody>
      <dsp:txXfrm>
        <a:off x="759330" y="2042545"/>
        <a:ext cx="792950" cy="685993"/>
      </dsp:txXfrm>
    </dsp:sp>
    <dsp:sp modelId="{1BE5BEDC-C2DA-45DE-908C-4FFEBAF3A3A1}">
      <dsp:nvSpPr>
        <dsp:cNvPr id="0" name=""/>
        <dsp:cNvSpPr/>
      </dsp:nvSpPr>
      <dsp:spPr>
        <a:xfrm>
          <a:off x="562775" y="629697"/>
          <a:ext cx="1186060" cy="1026081"/>
        </a:xfrm>
        <a:prstGeom prst="hexagon">
          <a:avLst>
            <a:gd name="adj" fmla="val 28570"/>
            <a:gd name="vf" fmla="val 1154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Scikit Learn</a:t>
          </a:r>
        </a:p>
      </dsp:txBody>
      <dsp:txXfrm>
        <a:off x="759330" y="799741"/>
        <a:ext cx="792950" cy="68599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A07A54-DF71-BE1C-E206-AA2A8A54C8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3B11B9D-FA2C-1904-1DD3-6168F9C8F24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4D3DAC-DD81-4882-95A0-B4BA56414895}" type="datetimeFigureOut">
              <a:rPr lang="en-US" smtClean="0"/>
              <a:pPr/>
              <a:t>2/20/2025</a:t>
            </a:fld>
            <a:endParaRPr lang="en-US"/>
          </a:p>
        </p:txBody>
      </p:sp>
      <p:sp>
        <p:nvSpPr>
          <p:cNvPr id="4" name="Footer Placeholder 3">
            <a:extLst>
              <a:ext uri="{FF2B5EF4-FFF2-40B4-BE49-F238E27FC236}">
                <a16:creationId xmlns:a16="http://schemas.microsoft.com/office/drawing/2014/main" id="{B5F9A1E9-E501-0763-2742-52C3869E43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ACFA89B-7E98-6561-1A8A-A85E55B2C8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A0F935-0D31-44E8-B42A-EEEBAE0E6E36}" type="slidenum">
              <a:rPr lang="en-US" smtClean="0"/>
              <a:pPr/>
              <a:t>‹#›</a:t>
            </a:fld>
            <a:endParaRPr lang="en-US"/>
          </a:p>
        </p:txBody>
      </p:sp>
    </p:spTree>
    <p:extLst>
      <p:ext uri="{BB962C8B-B14F-4D97-AF65-F5344CB8AC3E}">
        <p14:creationId xmlns:p14="http://schemas.microsoft.com/office/powerpoint/2010/main" val="4818840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94de7e91c4_2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94de7e91c4_2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94de7e91c4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94de7e91c4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7736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94de7e91c4_4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94de7e91c4_4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kumimoji="0"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77370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77243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4051238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42686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gn="l" eaLnBrk="1" latinLnBrk="0" hangingPunct="1"/>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005495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972357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733105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2334777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904295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l" eaLnBrk="1" latinLnBrk="0" hangingPunct="1"/>
            <a:endParaRPr lang="en-US" sz="800" dirty="0">
              <a:solidFill>
                <a:schemeClr val="accent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800" dirty="0">
              <a:solidFill>
                <a:schemeClr val="accent2"/>
              </a:solidFill>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278437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l" eaLnBrk="1" latinLnBrk="0" hangingPunct="1"/>
            <a:endParaRPr lang="en-US" sz="800" dirty="0">
              <a:solidFill>
                <a:schemeClr val="accent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800" dirty="0">
              <a:solidFill>
                <a:schemeClr val="accent2"/>
              </a:solidFill>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3252963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l" eaLnBrk="1" latinLnBrk="0" hangingPunct="1"/>
            <a:endParaRPr lang="en-US" sz="800" dirty="0">
              <a:solidFill>
                <a:schemeClr val="accent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800" dirty="0">
              <a:solidFill>
                <a:schemeClr val="accent2"/>
              </a:solidFill>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686188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l" eaLnBrk="1" latinLnBrk="0" hangingPunct="1"/>
            <a:endParaRPr lang="en-US" sz="800" dirty="0">
              <a:solidFill>
                <a:schemeClr val="accent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800" dirty="0">
              <a:solidFill>
                <a:schemeClr val="accent2"/>
              </a:solidFill>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13292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l" eaLnBrk="1" latinLnBrk="0" hangingPunct="1"/>
            <a:endParaRPr lang="en-US" sz="800" dirty="0">
              <a:solidFill>
                <a:schemeClr val="accent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800" dirty="0">
              <a:solidFill>
                <a:schemeClr val="accent2"/>
              </a:solidFill>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800131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dirty="0"/>
          </a:p>
        </p:txBody>
      </p:sp>
    </p:spTree>
    <p:extLst>
      <p:ext uri="{BB962C8B-B14F-4D97-AF65-F5344CB8AC3E}">
        <p14:creationId xmlns:p14="http://schemas.microsoft.com/office/powerpoint/2010/main" val="1023803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30315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_fca9b7dca8027acf">
  <p:cSld name="BLANK_fca9b7dca8027acf">
    <p:spTree>
      <p:nvGrpSpPr>
        <p:cNvPr id="1" name="Shape 82"/>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845C409-B0B2-9FF9-D724-92623A44F975}"/>
              </a:ext>
            </a:extLst>
          </p:cNvPr>
          <p:cNvSpPr>
            <a:spLocks noGrp="1"/>
          </p:cNvSpPr>
          <p:nvPr>
            <p:ph type="sldNum" sz="quarter" idx="12"/>
          </p:nvPr>
        </p:nvSpPr>
        <p:spPr>
          <a:xfrm>
            <a:off x="6442998" y="4531022"/>
            <a:ext cx="512504" cy="273844"/>
          </a:xfrm>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dirty="0"/>
          </a:p>
        </p:txBody>
      </p:sp>
    </p:spTree>
    <p:extLst>
      <p:ext uri="{BB962C8B-B14F-4D97-AF65-F5344CB8AC3E}">
        <p14:creationId xmlns:p14="http://schemas.microsoft.com/office/powerpoint/2010/main" val="25031869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2" name="Slide Number Placeholder 5">
            <a:extLst>
              <a:ext uri="{FF2B5EF4-FFF2-40B4-BE49-F238E27FC236}">
                <a16:creationId xmlns:a16="http://schemas.microsoft.com/office/drawing/2014/main" id="{ADC4176C-8B8A-3D92-C86A-09D3D74A7294}"/>
              </a:ext>
            </a:extLst>
          </p:cNvPr>
          <p:cNvSpPr txBox="1">
            <a:spLocks/>
          </p:cNvSpPr>
          <p:nvPr userDrawn="1"/>
        </p:nvSpPr>
        <p:spPr>
          <a:xfrm>
            <a:off x="6442998" y="4531022"/>
            <a:ext cx="512504" cy="273844"/>
          </a:xfrm>
          <a:prstGeom prst="rect">
            <a:avLst/>
          </a:prstGeom>
        </p:spPr>
        <p:txBody>
          <a:bodyPr vert="horz" lIns="91440" tIns="45720" rIns="91440" bIns="45720" rtlCol="0" anchor="ctr"/>
          <a:lstStyle>
            <a:defPPr>
              <a:defRPr lang="en-US"/>
            </a:defPPr>
            <a:lvl1pPr marL="0" algn="r" defTabSz="457200" rtl="0" eaLnBrk="1" latinLnBrk="0" hangingPunct="1">
              <a:defRPr sz="675"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26901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pPr algn="l" eaLnBrk="1" latinLnBrk="0" hangingPunct="1"/>
            <a:endParaRPr lang="en-US" sz="800" dirty="0">
              <a:solidFill>
                <a:schemeClr val="accent2"/>
              </a:solidFill>
            </a:endParaRPr>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pPr algn="r" eaLnBrk="1" latinLnBrk="0" hangingPunct="1"/>
            <a:endParaRPr kumimoji="0" lang="en-US" sz="800" dirty="0">
              <a:solidFill>
                <a:schemeClr val="accent2"/>
              </a:solidFill>
            </a:endParaRPr>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839659613"/>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Lst>
  <p:hf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457098-1621-F9B7-0B98-01E939F80F1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a:t>
            </a:fld>
            <a:endParaRPr lang="en" dirty="0"/>
          </a:p>
        </p:txBody>
      </p:sp>
      <p:sp>
        <p:nvSpPr>
          <p:cNvPr id="6" name="TextBox 5">
            <a:extLst>
              <a:ext uri="{FF2B5EF4-FFF2-40B4-BE49-F238E27FC236}">
                <a16:creationId xmlns:a16="http://schemas.microsoft.com/office/drawing/2014/main" id="{8429BC04-7355-A150-F10F-EA37BF8912B8}"/>
              </a:ext>
            </a:extLst>
          </p:cNvPr>
          <p:cNvSpPr txBox="1"/>
          <p:nvPr/>
        </p:nvSpPr>
        <p:spPr>
          <a:xfrm>
            <a:off x="2291218" y="1586710"/>
            <a:ext cx="4579144" cy="1384995"/>
          </a:xfrm>
          <a:prstGeom prst="rect">
            <a:avLst/>
          </a:prstGeom>
          <a:noFill/>
        </p:spPr>
        <p:txBody>
          <a:bodyPr wrap="square" lIns="91440" tIns="45720" rIns="91440" bIns="45720" anchor="t">
            <a:spAutoFit/>
          </a:bodyPr>
          <a:lstStyle/>
          <a:p>
            <a:pPr algn="ctr"/>
            <a:r>
              <a:rPr lang="en" sz="2800" b="1" dirty="0">
                <a:solidFill>
                  <a:schemeClr val="accent1"/>
                </a:solidFill>
                <a:latin typeface="Roboto"/>
                <a:ea typeface="Roboto"/>
                <a:cs typeface="Roboto"/>
                <a:sym typeface="Roboto"/>
              </a:rPr>
              <a:t>Spam Message Detection Using NLP In a Real-Time Chat Application</a:t>
            </a:r>
            <a:endParaRPr lang="en-US" sz="2800" dirty="0">
              <a:solidFill>
                <a:schemeClr val="accent1"/>
              </a:solidFill>
            </a:endParaRPr>
          </a:p>
        </p:txBody>
      </p:sp>
      <p:sp>
        <p:nvSpPr>
          <p:cNvPr id="8" name="TextBox 7">
            <a:extLst>
              <a:ext uri="{FF2B5EF4-FFF2-40B4-BE49-F238E27FC236}">
                <a16:creationId xmlns:a16="http://schemas.microsoft.com/office/drawing/2014/main" id="{9ED33480-9AB0-F026-AA72-425F4598F466}"/>
              </a:ext>
            </a:extLst>
          </p:cNvPr>
          <p:cNvSpPr txBox="1"/>
          <p:nvPr/>
        </p:nvSpPr>
        <p:spPr>
          <a:xfrm>
            <a:off x="1663145" y="2284253"/>
            <a:ext cx="5433883" cy="1815882"/>
          </a:xfrm>
          <a:prstGeom prst="rect">
            <a:avLst/>
          </a:prstGeom>
          <a:noFill/>
        </p:spPr>
        <p:txBody>
          <a:bodyPr wrap="square" lIns="91440" tIns="45720" rIns="91440" bIns="45720" anchor="t">
            <a:spAutoFit/>
          </a:bodyPr>
          <a:lstStyle/>
          <a:p>
            <a:pPr algn="ctr" fontAlgn="base"/>
            <a:endParaRPr lang="en-US" sz="1400" b="1" dirty="0">
              <a:solidFill>
                <a:schemeClr val="accent1"/>
              </a:solidFill>
              <a:latin typeface="Bahnschrift SemiBold"/>
            </a:endParaRPr>
          </a:p>
          <a:p>
            <a:pPr algn="ctr"/>
            <a:endParaRPr lang="en-US" sz="1400" b="1" dirty="0">
              <a:solidFill>
                <a:schemeClr val="accent1"/>
              </a:solidFill>
              <a:latin typeface="Bahnschrift SemiBold"/>
            </a:endParaRPr>
          </a:p>
          <a:p>
            <a:pPr algn="ctr" rtl="0" fontAlgn="base"/>
            <a:endParaRPr lang="en-US" sz="1400" b="1" i="0" u="none" strike="noStrike" dirty="0">
              <a:solidFill>
                <a:schemeClr val="accent1"/>
              </a:solidFill>
              <a:effectLst/>
              <a:latin typeface="Bahnschrift SemiBold" panose="020B0502040204020203" pitchFamily="34" charset="0"/>
            </a:endParaRPr>
          </a:p>
          <a:p>
            <a:pPr algn="ctr" rtl="0" fontAlgn="base"/>
            <a:endParaRPr lang="en-US" sz="1400" b="1" i="0" u="none" strike="noStrike" dirty="0">
              <a:solidFill>
                <a:schemeClr val="accent1"/>
              </a:solidFill>
              <a:effectLst/>
              <a:latin typeface="Bahnschrift SemiBold" panose="020B0502040204020203" pitchFamily="34" charset="0"/>
            </a:endParaRPr>
          </a:p>
          <a:p>
            <a:pPr algn="ctr" rtl="0" fontAlgn="base"/>
            <a:r>
              <a:rPr lang="en-US" sz="1400" b="1" i="0" u="none" strike="noStrike" dirty="0">
                <a:solidFill>
                  <a:schemeClr val="accent1"/>
                </a:solidFill>
                <a:effectLst/>
                <a:latin typeface="Bahnschrift SemiBold" panose="020B0502040204020203" pitchFamily="34" charset="0"/>
              </a:rPr>
              <a:t>Submitted by :</a:t>
            </a:r>
            <a:r>
              <a:rPr lang="en-US" sz="1400" b="0" i="0" dirty="0">
                <a:solidFill>
                  <a:schemeClr val="accent1"/>
                </a:solidFill>
                <a:effectLst/>
                <a:latin typeface="Bahnschrift SemiBold" panose="020B0502040204020203" pitchFamily="34" charset="0"/>
              </a:rPr>
              <a:t>​</a:t>
            </a:r>
            <a:endParaRPr lang="en" sz="1400" dirty="0">
              <a:latin typeface="Lato"/>
              <a:ea typeface="Lato"/>
              <a:cs typeface="Lato"/>
              <a:sym typeface="Lato"/>
            </a:endParaRPr>
          </a:p>
          <a:p>
            <a:pPr algn="ctr"/>
            <a:r>
              <a:rPr lang="en-US" sz="1400" dirty="0">
                <a:latin typeface="Lato"/>
                <a:ea typeface="Lato"/>
                <a:cs typeface="Lato"/>
                <a:sym typeface="Lato"/>
              </a:rPr>
              <a:t>Ujjwal Aryal</a:t>
            </a:r>
          </a:p>
          <a:p>
            <a:pPr algn="ctr"/>
            <a:r>
              <a:rPr lang="en-US" sz="1400" dirty="0">
                <a:latin typeface="Lato"/>
                <a:ea typeface="Lato"/>
                <a:cs typeface="Lato"/>
                <a:sym typeface="Lato"/>
              </a:rPr>
              <a:t>Subash Pandey</a:t>
            </a:r>
          </a:p>
          <a:p>
            <a:pPr algn="ctr"/>
            <a:r>
              <a:rPr lang="en-US" sz="1400" dirty="0">
                <a:latin typeface="Lato"/>
                <a:ea typeface="Lato"/>
                <a:cs typeface="Lato"/>
                <a:sym typeface="Lato"/>
              </a:rPr>
              <a:t>Srijan Tangnami Magar</a:t>
            </a:r>
          </a:p>
        </p:txBody>
      </p:sp>
    </p:spTree>
    <p:extLst>
      <p:ext uri="{BB962C8B-B14F-4D97-AF65-F5344CB8AC3E}">
        <p14:creationId xmlns:p14="http://schemas.microsoft.com/office/powerpoint/2010/main" val="408298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5"/>
          <p:cNvSpPr txBox="1">
            <a:spLocks noGrp="1"/>
          </p:cNvSpPr>
          <p:nvPr>
            <p:ph type="title"/>
          </p:nvPr>
        </p:nvSpPr>
        <p:spPr>
          <a:xfrm>
            <a:off x="607530" y="5280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b="1" dirty="0"/>
              <a:t>Spam Detection System</a:t>
            </a:r>
            <a:endParaRPr b="1" dirty="0"/>
          </a:p>
        </p:txBody>
      </p:sp>
      <p:sp>
        <p:nvSpPr>
          <p:cNvPr id="94" name="Google Shape;94;p15"/>
          <p:cNvSpPr txBox="1">
            <a:spLocks noGrp="1"/>
          </p:cNvSpPr>
          <p:nvPr>
            <p:ph type="body" idx="1"/>
          </p:nvPr>
        </p:nvSpPr>
        <p:spPr>
          <a:xfrm>
            <a:off x="607530" y="1630325"/>
            <a:ext cx="7688700" cy="2284835"/>
          </a:xfrm>
          <a:prstGeom prst="rect">
            <a:avLst/>
          </a:prstGeom>
        </p:spPr>
        <p:txBody>
          <a:bodyPr spcFirstLastPara="1" wrap="square" lIns="91425" tIns="91425" rIns="91425" bIns="91425" anchor="t" anchorCtr="0">
            <a:noAutofit/>
          </a:bodyPr>
          <a:lstStyle/>
          <a:p>
            <a:pPr marL="285750" indent="-285750" algn="just">
              <a:spcAft>
                <a:spcPts val="1600"/>
              </a:spcAft>
              <a:buFont typeface="Wingdings" charset="2"/>
              <a:buChar char="Ø"/>
            </a:pPr>
            <a:r>
              <a:rPr lang="en-US" sz="1500" dirty="0"/>
              <a:t>Spam Detection System is an practical application of NLP with ML framework which can detect any messages as spam or ham.</a:t>
            </a:r>
            <a:endParaRPr lang="en-US"/>
          </a:p>
          <a:p>
            <a:pPr marL="285750" indent="-285750" algn="just">
              <a:spcAft>
                <a:spcPts val="1600"/>
              </a:spcAft>
              <a:buFont typeface="Wingdings" charset="2"/>
              <a:buChar char="Ø"/>
            </a:pPr>
            <a:r>
              <a:rPr lang="en-US" sz="1500" dirty="0"/>
              <a:t>It can be integrated in many of the applications like chat application, email service.</a:t>
            </a:r>
            <a:endParaRPr lang="en-US" sz="1500"/>
          </a:p>
          <a:p>
            <a:pPr marL="285750" indent="-285750" algn="just">
              <a:spcAft>
                <a:spcPts val="1600"/>
              </a:spcAft>
              <a:buFont typeface="Wingdings" charset="2"/>
              <a:buChar char="Ø"/>
            </a:pPr>
            <a:r>
              <a:rPr lang="en-US" sz="1500" dirty="0"/>
              <a:t>We have primarily built a model which can detect any spam messages and integrated in a chat application that alerts when any spam message is detected.</a:t>
            </a:r>
            <a:endParaRPr sz="1500"/>
          </a:p>
        </p:txBody>
      </p:sp>
      <p:sp>
        <p:nvSpPr>
          <p:cNvPr id="4" name="Slide Number Placeholder 3">
            <a:extLst>
              <a:ext uri="{FF2B5EF4-FFF2-40B4-BE49-F238E27FC236}">
                <a16:creationId xmlns:a16="http://schemas.microsoft.com/office/drawing/2014/main" id="{9A57309B-8B33-AF84-9AA5-02AAA97376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0D6D-DFA9-D6B8-21A3-2CF0B0D00C4A}"/>
              </a:ext>
            </a:extLst>
          </p:cNvPr>
          <p:cNvSpPr>
            <a:spLocks noGrp="1"/>
          </p:cNvSpPr>
          <p:nvPr>
            <p:ph type="title"/>
          </p:nvPr>
        </p:nvSpPr>
        <p:spPr>
          <a:xfrm>
            <a:off x="586575" y="604275"/>
            <a:ext cx="7688700" cy="535200"/>
          </a:xfrm>
        </p:spPr>
        <p:txBody>
          <a:bodyPr/>
          <a:lstStyle/>
          <a:p>
            <a:r>
              <a:rPr lang="en-US" sz="3200" b="1" dirty="0"/>
              <a:t>Problem</a:t>
            </a:r>
            <a:r>
              <a:rPr lang="en-US" b="1" dirty="0"/>
              <a:t> </a:t>
            </a:r>
            <a:r>
              <a:rPr lang="en-US" sz="3200" b="1" dirty="0"/>
              <a:t>Statement</a:t>
            </a:r>
            <a:br>
              <a:rPr lang="en-US" dirty="0"/>
            </a:br>
            <a:endParaRPr lang="en-US" dirty="0"/>
          </a:p>
        </p:txBody>
      </p:sp>
      <p:sp>
        <p:nvSpPr>
          <p:cNvPr id="3" name="Text Placeholder 2">
            <a:extLst>
              <a:ext uri="{FF2B5EF4-FFF2-40B4-BE49-F238E27FC236}">
                <a16:creationId xmlns:a16="http://schemas.microsoft.com/office/drawing/2014/main" id="{C23DE7A7-5977-DCD0-F850-A0852C6933A8}"/>
              </a:ext>
            </a:extLst>
          </p:cNvPr>
          <p:cNvSpPr>
            <a:spLocks noGrp="1"/>
          </p:cNvSpPr>
          <p:nvPr>
            <p:ph type="body" idx="1"/>
          </p:nvPr>
        </p:nvSpPr>
        <p:spPr>
          <a:xfrm>
            <a:off x="462750" y="1574050"/>
            <a:ext cx="7688700" cy="2261100"/>
          </a:xfrm>
        </p:spPr>
        <p:txBody>
          <a:bodyPr/>
          <a:lstStyle/>
          <a:p>
            <a:pPr marL="431800" indent="-285750">
              <a:buFont typeface="Wingdings"/>
              <a:buChar char="Ø"/>
            </a:pPr>
            <a:r>
              <a:rPr lang="en-US" sz="1500" dirty="0"/>
              <a:t>The menace of spam message is on the increase on yearly basis and is responsible for over 77% of the whole global message traffic. </a:t>
            </a:r>
            <a:endParaRPr lang="en-US" dirty="0"/>
          </a:p>
          <a:p>
            <a:pPr marL="431800" indent="-285750">
              <a:buFont typeface="Wingdings"/>
              <a:buChar char="Ø"/>
            </a:pPr>
            <a:endParaRPr lang="en-US" sz="1500" dirty="0"/>
          </a:p>
          <a:p>
            <a:pPr marL="431800" indent="-285750">
              <a:buFont typeface="Wingdings"/>
              <a:buChar char="Ø"/>
            </a:pPr>
            <a:r>
              <a:rPr lang="en-US" sz="1500" dirty="0"/>
              <a:t>Users who receive spams that they did not request, find it very irritating.</a:t>
            </a:r>
            <a:endParaRPr lang="en-US" dirty="0"/>
          </a:p>
          <a:p>
            <a:pPr marL="146050" indent="0">
              <a:buNone/>
            </a:pPr>
            <a:endParaRPr lang="en-US"/>
          </a:p>
          <a:p>
            <a:pPr marL="431800" indent="-285750">
              <a:buFont typeface="Wingdings"/>
              <a:buChar char="Ø"/>
            </a:pPr>
            <a:r>
              <a:rPr lang="en-US" sz="1500" dirty="0"/>
              <a:t>It results to untold financial loss to many users who have fallen victim of internet scams and other fraudulent practices.</a:t>
            </a:r>
            <a:endParaRPr lang="en-US"/>
          </a:p>
          <a:p>
            <a:pPr marL="146050" indent="0">
              <a:buNone/>
            </a:pPr>
            <a:endParaRPr lang="en-US" sz="1500" dirty="0"/>
          </a:p>
          <a:p>
            <a:pPr marL="146050" indent="0">
              <a:buNone/>
            </a:pPr>
            <a:endParaRPr lang="en-US" sz="1500" dirty="0"/>
          </a:p>
          <a:p>
            <a:pPr marL="146050" indent="0">
              <a:buNone/>
            </a:pPr>
            <a:endParaRPr lang="en-US" sz="1500" dirty="0"/>
          </a:p>
        </p:txBody>
      </p:sp>
      <p:sp>
        <p:nvSpPr>
          <p:cNvPr id="6" name="Slide Number Placeholder 5">
            <a:extLst>
              <a:ext uri="{FF2B5EF4-FFF2-40B4-BE49-F238E27FC236}">
                <a16:creationId xmlns:a16="http://schemas.microsoft.com/office/drawing/2014/main" id="{91A3AB56-6EC7-E4FA-A7C5-C7FE84B742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a:t>
            </a:fld>
            <a:endParaRPr lang="en"/>
          </a:p>
        </p:txBody>
      </p:sp>
    </p:spTree>
    <p:extLst>
      <p:ext uri="{BB962C8B-B14F-4D97-AF65-F5344CB8AC3E}">
        <p14:creationId xmlns:p14="http://schemas.microsoft.com/office/powerpoint/2010/main" val="72237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672300" y="5852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b="1" dirty="0"/>
              <a:t>Objectives</a:t>
            </a:r>
            <a:endParaRPr sz="3200" b="1" dirty="0"/>
          </a:p>
        </p:txBody>
      </p:sp>
      <p:sp>
        <p:nvSpPr>
          <p:cNvPr id="100" name="Google Shape;100;p16"/>
          <p:cNvSpPr txBox="1">
            <a:spLocks noGrp="1"/>
          </p:cNvSpPr>
          <p:nvPr>
            <p:ph type="body" idx="1"/>
          </p:nvPr>
        </p:nvSpPr>
        <p:spPr>
          <a:xfrm>
            <a:off x="279394" y="1441200"/>
            <a:ext cx="7688700" cy="2261100"/>
          </a:xfrm>
          <a:prstGeom prst="rect">
            <a:avLst/>
          </a:prstGeom>
        </p:spPr>
        <p:txBody>
          <a:bodyPr spcFirstLastPara="1" wrap="square" lIns="91425" tIns="91425" rIns="91425" bIns="91425" anchor="t" anchorCtr="0">
            <a:noAutofit/>
          </a:bodyPr>
          <a:lstStyle/>
          <a:p>
            <a:pPr marL="419100" indent="-285750">
              <a:lnSpc>
                <a:spcPct val="150000"/>
              </a:lnSpc>
              <a:buSzPts val="1500"/>
              <a:buFont typeface="Wingdings" charset="2"/>
              <a:buChar char="Ø"/>
            </a:pPr>
            <a:r>
              <a:rPr lang="en-US" sz="1500" dirty="0"/>
              <a:t>To classify messages as spam or ham as it is a major problem. </a:t>
            </a:r>
            <a:endParaRPr lang="en-US"/>
          </a:p>
          <a:p>
            <a:pPr marL="419100" indent="-285750">
              <a:lnSpc>
                <a:spcPct val="150000"/>
              </a:lnSpc>
              <a:buSzPts val="1500"/>
              <a:buFont typeface="Wingdings" charset="2"/>
              <a:buChar char="Ø"/>
            </a:pPr>
            <a:r>
              <a:rPr lang="en-US" sz="1500" dirty="0"/>
              <a:t>To integrate spam filter in a chat application.</a:t>
            </a:r>
            <a:endParaRPr lang="en-US" dirty="0"/>
          </a:p>
        </p:txBody>
      </p:sp>
      <p:sp>
        <p:nvSpPr>
          <p:cNvPr id="4" name="Slide Number Placeholder 3">
            <a:extLst>
              <a:ext uri="{FF2B5EF4-FFF2-40B4-BE49-F238E27FC236}">
                <a16:creationId xmlns:a16="http://schemas.microsoft.com/office/drawing/2014/main" id="{74C5BCB4-095D-7D46-AF36-4D90F86D79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8BE3-F748-829C-09F5-DAE4E3926101}"/>
              </a:ext>
            </a:extLst>
          </p:cNvPr>
          <p:cNvSpPr>
            <a:spLocks noGrp="1"/>
          </p:cNvSpPr>
          <p:nvPr>
            <p:ph type="title"/>
          </p:nvPr>
        </p:nvSpPr>
        <p:spPr>
          <a:xfrm>
            <a:off x="917501" y="159162"/>
            <a:ext cx="7308998" cy="771394"/>
          </a:xfrm>
        </p:spPr>
        <p:txBody>
          <a:bodyPr>
            <a:normAutofit/>
          </a:bodyPr>
          <a:lstStyle/>
          <a:p>
            <a:r>
              <a:rPr lang="en-US" sz="4400" dirty="0"/>
              <a:t>Literature Review</a:t>
            </a:r>
          </a:p>
        </p:txBody>
      </p:sp>
      <p:graphicFrame>
        <p:nvGraphicFramePr>
          <p:cNvPr id="7" name="Table 7">
            <a:extLst>
              <a:ext uri="{FF2B5EF4-FFF2-40B4-BE49-F238E27FC236}">
                <a16:creationId xmlns:a16="http://schemas.microsoft.com/office/drawing/2014/main" id="{77634F57-26EA-7CBE-AED6-47ED56E8E3E1}"/>
              </a:ext>
            </a:extLst>
          </p:cNvPr>
          <p:cNvGraphicFramePr>
            <a:graphicFrameLocks noGrp="1"/>
          </p:cNvGraphicFramePr>
          <p:nvPr>
            <p:extLst>
              <p:ext uri="{D42A27DB-BD31-4B8C-83A1-F6EECF244321}">
                <p14:modId xmlns:p14="http://schemas.microsoft.com/office/powerpoint/2010/main" val="2307635504"/>
              </p:ext>
            </p:extLst>
          </p:nvPr>
        </p:nvGraphicFramePr>
        <p:xfrm>
          <a:off x="323562" y="934426"/>
          <a:ext cx="8496876" cy="4229084"/>
        </p:xfrm>
        <a:graphic>
          <a:graphicData uri="http://schemas.openxmlformats.org/drawingml/2006/table">
            <a:tbl>
              <a:tblPr firstRow="1" bandRow="1">
                <a:tableStyleId>{5C22544A-7EE6-4342-B048-85BDC9FD1C3A}</a:tableStyleId>
              </a:tblPr>
              <a:tblGrid>
                <a:gridCol w="506730">
                  <a:extLst>
                    <a:ext uri="{9D8B030D-6E8A-4147-A177-3AD203B41FA5}">
                      <a16:colId xmlns:a16="http://schemas.microsoft.com/office/drawing/2014/main" val="3453831937"/>
                    </a:ext>
                  </a:extLst>
                </a:gridCol>
                <a:gridCol w="2550861">
                  <a:extLst>
                    <a:ext uri="{9D8B030D-6E8A-4147-A177-3AD203B41FA5}">
                      <a16:colId xmlns:a16="http://schemas.microsoft.com/office/drawing/2014/main" val="3405237511"/>
                    </a:ext>
                  </a:extLst>
                </a:gridCol>
                <a:gridCol w="1389321">
                  <a:extLst>
                    <a:ext uri="{9D8B030D-6E8A-4147-A177-3AD203B41FA5}">
                      <a16:colId xmlns:a16="http://schemas.microsoft.com/office/drawing/2014/main" val="3101146330"/>
                    </a:ext>
                  </a:extLst>
                </a:gridCol>
                <a:gridCol w="1242968">
                  <a:extLst>
                    <a:ext uri="{9D8B030D-6E8A-4147-A177-3AD203B41FA5}">
                      <a16:colId xmlns:a16="http://schemas.microsoft.com/office/drawing/2014/main" val="1198447650"/>
                    </a:ext>
                  </a:extLst>
                </a:gridCol>
                <a:gridCol w="2806996">
                  <a:extLst>
                    <a:ext uri="{9D8B030D-6E8A-4147-A177-3AD203B41FA5}">
                      <a16:colId xmlns:a16="http://schemas.microsoft.com/office/drawing/2014/main" val="2000261753"/>
                    </a:ext>
                  </a:extLst>
                </a:gridCol>
              </a:tblGrid>
              <a:tr h="368991">
                <a:tc>
                  <a:txBody>
                    <a:bodyPr/>
                    <a:lstStyle/>
                    <a:p>
                      <a:r>
                        <a:rPr lang="en-US" dirty="0"/>
                        <a:t>S.N.</a:t>
                      </a:r>
                    </a:p>
                  </a:txBody>
                  <a:tcPr/>
                </a:tc>
                <a:tc>
                  <a:txBody>
                    <a:bodyPr/>
                    <a:lstStyle/>
                    <a:p>
                      <a:pPr algn="ctr"/>
                      <a:r>
                        <a:rPr lang="en-US" dirty="0"/>
                        <a:t>Title</a:t>
                      </a:r>
                    </a:p>
                  </a:txBody>
                  <a:tcPr/>
                </a:tc>
                <a:tc>
                  <a:txBody>
                    <a:bodyPr/>
                    <a:lstStyle/>
                    <a:p>
                      <a:pPr algn="ctr"/>
                      <a:r>
                        <a:rPr lang="en-US" dirty="0"/>
                        <a:t>Authors</a:t>
                      </a:r>
                    </a:p>
                  </a:txBody>
                  <a:tcPr/>
                </a:tc>
                <a:tc>
                  <a:txBody>
                    <a:bodyPr/>
                    <a:lstStyle/>
                    <a:p>
                      <a:pPr algn="ctr"/>
                      <a:r>
                        <a:rPr lang="en-US" dirty="0"/>
                        <a:t>Year Published</a:t>
                      </a:r>
                    </a:p>
                  </a:txBody>
                  <a:tcPr/>
                </a:tc>
                <a:tc>
                  <a:txBody>
                    <a:bodyPr/>
                    <a:lstStyle/>
                    <a:p>
                      <a:pPr algn="ctr"/>
                      <a:r>
                        <a:rPr lang="en-US" dirty="0"/>
                        <a:t>Description</a:t>
                      </a:r>
                    </a:p>
                  </a:txBody>
                  <a:tcPr/>
                </a:tc>
                <a:extLst>
                  <a:ext uri="{0D108BD9-81ED-4DB2-BD59-A6C34878D82A}">
                    <a16:rowId xmlns:a16="http://schemas.microsoft.com/office/drawing/2014/main" val="3024822055"/>
                  </a:ext>
                </a:extLst>
              </a:tr>
              <a:tr h="948682">
                <a:tc>
                  <a:txBody>
                    <a:bodyPr/>
                    <a:lstStyle/>
                    <a:p>
                      <a:r>
                        <a:rPr lang="en-US" dirty="0"/>
                        <a:t>1.</a:t>
                      </a:r>
                    </a:p>
                  </a:txBody>
                  <a:tcPr/>
                </a:tc>
                <a:tc>
                  <a:txBody>
                    <a:bodyPr/>
                    <a:lstStyle/>
                    <a:p>
                      <a:pPr algn="l"/>
                      <a:r>
                        <a:rPr lang="en-US" sz="1350" b="0" i="0" u="none" strike="noStrike" noProof="0" dirty="0">
                          <a:latin typeface="Trebuchet MS"/>
                        </a:rPr>
                        <a:t>Spam mail detection using hybrid secure hash based naive classifier</a:t>
                      </a:r>
                      <a:endParaRPr lang="en-US"/>
                    </a:p>
                  </a:txBody>
                  <a:tcPr/>
                </a:tc>
                <a:tc>
                  <a:txBody>
                    <a:bodyPr/>
                    <a:lstStyle/>
                    <a:p>
                      <a:pPr marL="0" marR="0" lvl="0" indent="0" algn="l" rtl="0">
                        <a:lnSpc>
                          <a:spcPct val="100000"/>
                        </a:lnSpc>
                        <a:spcBef>
                          <a:spcPts val="0"/>
                        </a:spcBef>
                        <a:spcAft>
                          <a:spcPts val="0"/>
                        </a:spcAft>
                        <a:buClrTx/>
                        <a:buSzTx/>
                        <a:buFontTx/>
                        <a:buNone/>
                      </a:pPr>
                      <a:r>
                        <a:rPr lang="en-US" sz="1350" b="0" i="0" u="none" strike="noStrike" noProof="0" dirty="0">
                          <a:latin typeface="Trebuchet MS"/>
                        </a:rPr>
                        <a:t>S. Ajaz, M. Nafis, and V. Sharma</a:t>
                      </a:r>
                      <a:endParaRPr lang="en-US"/>
                    </a:p>
                  </a:txBody>
                  <a:tcPr/>
                </a:tc>
                <a:tc>
                  <a:txBody>
                    <a:bodyPr/>
                    <a:lstStyle/>
                    <a:p>
                      <a:pPr algn="just"/>
                      <a:r>
                        <a:rPr lang="en-US" dirty="0"/>
                        <a:t>2022</a:t>
                      </a:r>
                    </a:p>
                  </a:txBody>
                  <a:tcPr/>
                </a:tc>
                <a:tc>
                  <a:txBody>
                    <a:bodyPr/>
                    <a:lstStyle/>
                    <a:p>
                      <a:pPr algn="l"/>
                      <a:r>
                        <a:rPr lang="en-US" sz="1350" b="0" i="0" u="none" strike="noStrike" kern="1200" noProof="0" dirty="0">
                          <a:effectLst/>
                          <a:latin typeface="Trebuchet MS"/>
                        </a:rPr>
                        <a:t>Hybrid approach using secure hash method and Naive Bayes to filter email data.</a:t>
                      </a:r>
                      <a:endParaRPr lang="en-US" dirty="0"/>
                    </a:p>
                  </a:txBody>
                  <a:tcPr/>
                </a:tc>
                <a:extLst>
                  <a:ext uri="{0D108BD9-81ED-4DB2-BD59-A6C34878D82A}">
                    <a16:rowId xmlns:a16="http://schemas.microsoft.com/office/drawing/2014/main" val="4179577629"/>
                  </a:ext>
                </a:extLst>
              </a:tr>
              <a:tr h="948682">
                <a:tc>
                  <a:txBody>
                    <a:bodyPr/>
                    <a:lstStyle/>
                    <a:p>
                      <a:r>
                        <a:rPr lang="en-US" dirty="0"/>
                        <a:t>2.</a:t>
                      </a:r>
                    </a:p>
                  </a:txBody>
                  <a:tcPr/>
                </a:tc>
                <a:tc>
                  <a:txBody>
                    <a:bodyPr/>
                    <a:lstStyle/>
                    <a:p>
                      <a:pPr algn="just"/>
                      <a:r>
                        <a:rPr lang="en-US" sz="1350" b="0" i="0" u="none" strike="noStrike" noProof="0" dirty="0">
                          <a:latin typeface="Trebuchet MS"/>
                        </a:rPr>
                        <a:t>Machine learning based spam e-mail detection</a:t>
                      </a:r>
                      <a:endParaRPr lang="en-US" dirty="0"/>
                    </a:p>
                  </a:txBody>
                  <a:tcPr/>
                </a:tc>
                <a:tc>
                  <a:txBody>
                    <a:bodyPr/>
                    <a:lstStyle/>
                    <a:p>
                      <a:pPr algn="l"/>
                      <a:r>
                        <a:rPr lang="en-US" sz="1350" b="0" i="0" u="none" strike="noStrike" noProof="0" dirty="0">
                          <a:latin typeface="Trebuchet MS"/>
                        </a:rPr>
                        <a:t>P. Sharma and U. Bhardwaj</a:t>
                      </a:r>
                      <a:endParaRPr lang="en-US" dirty="0" err="1"/>
                    </a:p>
                  </a:txBody>
                  <a:tcPr/>
                </a:tc>
                <a:tc>
                  <a:txBody>
                    <a:bodyPr/>
                    <a:lstStyle/>
                    <a:p>
                      <a:pPr algn="just"/>
                      <a:r>
                        <a:rPr lang="en-US" sz="1350" b="0" i="0" u="none" strike="noStrike" noProof="0" dirty="0">
                          <a:latin typeface="Trebuchet MS"/>
                        </a:rPr>
                        <a:t>2018</a:t>
                      </a:r>
                      <a:endParaRPr lang="en-US" dirty="0"/>
                    </a:p>
                  </a:txBody>
                  <a:tcPr/>
                </a:tc>
                <a:tc>
                  <a:txBody>
                    <a:bodyPr/>
                    <a:lstStyle/>
                    <a:p>
                      <a:pPr algn="just"/>
                      <a:r>
                        <a:rPr lang="en-US" sz="1350" b="0" i="0" u="none" strike="noStrike" noProof="0" dirty="0">
                          <a:latin typeface="Trebuchet MS"/>
                        </a:rPr>
                        <a:t>Combines two methods that is Machine Learning and Knowledge Engineering for the filtering of emails</a:t>
                      </a:r>
                      <a:endParaRPr lang="en-US" dirty="0"/>
                    </a:p>
                  </a:txBody>
                  <a:tcPr/>
                </a:tc>
                <a:extLst>
                  <a:ext uri="{0D108BD9-81ED-4DB2-BD59-A6C34878D82A}">
                    <a16:rowId xmlns:a16="http://schemas.microsoft.com/office/drawing/2014/main" val="2319560626"/>
                  </a:ext>
                </a:extLst>
              </a:tr>
              <a:tr h="735228">
                <a:tc>
                  <a:txBody>
                    <a:bodyPr/>
                    <a:lstStyle/>
                    <a:p>
                      <a:r>
                        <a:rPr lang="en-US" dirty="0"/>
                        <a:t>3.</a:t>
                      </a:r>
                    </a:p>
                  </a:txBody>
                  <a:tcPr/>
                </a:tc>
                <a:tc>
                  <a:txBody>
                    <a:bodyPr/>
                    <a:lstStyle/>
                    <a:p>
                      <a:pPr lvl="0" algn="l">
                        <a:buNone/>
                      </a:pPr>
                      <a:r>
                        <a:rPr lang="en-US" sz="1350" b="0" i="0" u="none" strike="noStrike" noProof="0" dirty="0">
                          <a:latin typeface="Trebuchet MS"/>
                        </a:rPr>
                        <a:t>Content based spam detection in email using Bayesian Classifier</a:t>
                      </a:r>
                      <a:endParaRPr lang="en-US" dirty="0"/>
                    </a:p>
                  </a:txBody>
                  <a:tcPr/>
                </a:tc>
                <a:tc>
                  <a:txBody>
                    <a:bodyPr/>
                    <a:lstStyle/>
                    <a:p>
                      <a:pPr lvl="0" algn="l">
                        <a:buNone/>
                      </a:pPr>
                      <a:r>
                        <a:rPr lang="en-US" sz="1350" b="0" i="0" u="none" strike="noStrike" noProof="0" dirty="0">
                          <a:latin typeface="Trebuchet MS"/>
                        </a:rPr>
                        <a:t>S. B. Rathod and T. M. </a:t>
                      </a:r>
                      <a:r>
                        <a:rPr lang="en-US" sz="1350" b="0" i="0" u="none" strike="noStrike" noProof="0" dirty="0" err="1">
                          <a:latin typeface="Trebuchet MS"/>
                        </a:rPr>
                        <a:t>Pattewar</a:t>
                      </a:r>
                      <a:endParaRPr lang="en-US" dirty="0" err="1"/>
                    </a:p>
                  </a:txBody>
                  <a:tcPr/>
                </a:tc>
                <a:tc>
                  <a:txBody>
                    <a:bodyPr/>
                    <a:lstStyle/>
                    <a:p>
                      <a:pPr lvl="0" algn="just">
                        <a:buNone/>
                      </a:pPr>
                      <a:r>
                        <a:rPr lang="en-US" sz="1350" b="0" i="0" u="none" strike="noStrike" noProof="0" dirty="0">
                          <a:latin typeface="Trebuchet MS"/>
                        </a:rPr>
                        <a:t>2015</a:t>
                      </a:r>
                      <a:endParaRPr lang="en-US" dirty="0"/>
                    </a:p>
                  </a:txBody>
                  <a:tcPr/>
                </a:tc>
                <a:tc>
                  <a:txBody>
                    <a:bodyPr/>
                    <a:lstStyle/>
                    <a:p>
                      <a:pPr lvl="0" algn="l">
                        <a:buNone/>
                      </a:pPr>
                      <a:r>
                        <a:rPr lang="en-US" sz="1350" b="0" i="0" u="none" strike="noStrike" noProof="0" dirty="0">
                          <a:latin typeface="Trebuchet MS"/>
                        </a:rPr>
                        <a:t>Uses Bayesian Classifiers considering every single word in the mail constantly adapting to new forms of spam. </a:t>
                      </a:r>
                      <a:endParaRPr lang="en-US" dirty="0"/>
                    </a:p>
                  </a:txBody>
                  <a:tcPr/>
                </a:tc>
                <a:extLst>
                  <a:ext uri="{0D108BD9-81ED-4DB2-BD59-A6C34878D82A}">
                    <a16:rowId xmlns:a16="http://schemas.microsoft.com/office/drawing/2014/main" val="1973932151"/>
                  </a:ext>
                </a:extLst>
              </a:tr>
              <a:tr h="735228">
                <a:tc>
                  <a:txBody>
                    <a:bodyPr/>
                    <a:lstStyle/>
                    <a:p>
                      <a:r>
                        <a:rPr lang="en-US" dirty="0"/>
                        <a:t>4.</a:t>
                      </a:r>
                    </a:p>
                  </a:txBody>
                  <a:tcPr/>
                </a:tc>
                <a:tc>
                  <a:txBody>
                    <a:bodyPr/>
                    <a:lstStyle/>
                    <a:p>
                      <a:pPr marL="0" marR="0" lvl="0" indent="0" algn="l">
                        <a:lnSpc>
                          <a:spcPct val="100000"/>
                        </a:lnSpc>
                        <a:spcBef>
                          <a:spcPts val="0"/>
                        </a:spcBef>
                        <a:spcAft>
                          <a:spcPts val="0"/>
                        </a:spcAft>
                        <a:buNone/>
                      </a:pPr>
                      <a:r>
                        <a:rPr lang="en-US" sz="1350" b="0" i="0" u="none" strike="noStrike" noProof="0" dirty="0">
                          <a:latin typeface="Trebuchet MS"/>
                        </a:rPr>
                        <a:t>Identification of spam email based on information from email header</a:t>
                      </a:r>
                      <a:endParaRPr lang="en-US" dirty="0"/>
                    </a:p>
                  </a:txBody>
                  <a:tcPr/>
                </a:tc>
                <a:tc>
                  <a:txBody>
                    <a:bodyPr/>
                    <a:lstStyle/>
                    <a:p>
                      <a:pPr lvl="0" algn="l">
                        <a:buNone/>
                      </a:pPr>
                      <a:r>
                        <a:rPr lang="en-US" sz="1350" b="0" i="0" u="none" strike="noStrike" noProof="0" dirty="0" err="1">
                          <a:latin typeface="Trebuchet MS"/>
                        </a:rPr>
                        <a:t>S.bin</a:t>
                      </a:r>
                      <a:r>
                        <a:rPr lang="en-US" sz="1350" b="0" i="0" u="none" strike="noStrike" noProof="0" dirty="0">
                          <a:latin typeface="Trebuchet MS"/>
                        </a:rPr>
                        <a:t> Abd Razak and A. F. B. Mohamad</a:t>
                      </a:r>
                      <a:endParaRPr lang="en-US" dirty="0"/>
                    </a:p>
                  </a:txBody>
                  <a:tcPr/>
                </a:tc>
                <a:tc>
                  <a:txBody>
                    <a:bodyPr/>
                    <a:lstStyle/>
                    <a:p>
                      <a:pPr lvl="0" algn="just">
                        <a:buNone/>
                      </a:pPr>
                      <a:r>
                        <a:rPr lang="en-US" sz="1350" b="0" i="0" u="none" strike="noStrike" noProof="0" dirty="0">
                          <a:latin typeface="Trebuchet MS"/>
                        </a:rPr>
                        <a:t>2013</a:t>
                      </a:r>
                      <a:endParaRPr lang="en-US" dirty="0"/>
                    </a:p>
                  </a:txBody>
                  <a:tcPr/>
                </a:tc>
                <a:tc>
                  <a:txBody>
                    <a:bodyPr/>
                    <a:lstStyle/>
                    <a:p>
                      <a:pPr lvl="0" algn="l">
                        <a:buNone/>
                      </a:pPr>
                      <a:r>
                        <a:rPr lang="en-US" sz="1350" b="0" i="0" u="none" strike="noStrike" noProof="0" dirty="0">
                          <a:solidFill>
                            <a:schemeClr val="dk1"/>
                          </a:solidFill>
                          <a:latin typeface="Trebuchet MS"/>
                        </a:rPr>
                        <a:t>Focuses on email header which will be used to identify and classify spam messages efficiently.</a:t>
                      </a:r>
                      <a:endParaRPr lang="en-US" dirty="0"/>
                    </a:p>
                  </a:txBody>
                  <a:tcPr/>
                </a:tc>
                <a:extLst>
                  <a:ext uri="{0D108BD9-81ED-4DB2-BD59-A6C34878D82A}">
                    <a16:rowId xmlns:a16="http://schemas.microsoft.com/office/drawing/2014/main" val="207684004"/>
                  </a:ext>
                </a:extLst>
              </a:tr>
            </a:tbl>
          </a:graphicData>
        </a:graphic>
      </p:graphicFrame>
      <p:sp>
        <p:nvSpPr>
          <p:cNvPr id="8" name="Slide Number Placeholder 7">
            <a:extLst>
              <a:ext uri="{FF2B5EF4-FFF2-40B4-BE49-F238E27FC236}">
                <a16:creationId xmlns:a16="http://schemas.microsoft.com/office/drawing/2014/main" id="{AB3AB9F4-B8EE-6619-5007-B03E58802694}"/>
              </a:ext>
            </a:extLst>
          </p:cNvPr>
          <p:cNvSpPr>
            <a:spLocks noGrp="1"/>
          </p:cNvSpPr>
          <p:nvPr>
            <p:ph type="sldNum" sz="quarter" idx="12"/>
          </p:nvPr>
        </p:nvSpPr>
        <p:spPr>
          <a:xfrm>
            <a:off x="8307934" y="4710494"/>
            <a:ext cx="512504" cy="273844"/>
          </a:xfrm>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5</a:t>
            </a:fld>
            <a:endParaRPr lang="en" dirty="0"/>
          </a:p>
        </p:txBody>
      </p:sp>
    </p:spTree>
    <p:extLst>
      <p:ext uri="{BB962C8B-B14F-4D97-AF65-F5344CB8AC3E}">
        <p14:creationId xmlns:p14="http://schemas.microsoft.com/office/powerpoint/2010/main" val="675729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4E5B5138-31DB-6814-08C6-74067C78D598}"/>
              </a:ext>
            </a:extLst>
          </p:cNvPr>
          <p:cNvGraphicFramePr>
            <a:graphicFrameLocks noGrp="1"/>
          </p:cNvGraphicFramePr>
          <p:nvPr>
            <p:extLst>
              <p:ext uri="{D42A27DB-BD31-4B8C-83A1-F6EECF244321}">
                <p14:modId xmlns:p14="http://schemas.microsoft.com/office/powerpoint/2010/main" val="4165019979"/>
              </p:ext>
            </p:extLst>
          </p:nvPr>
        </p:nvGraphicFramePr>
        <p:xfrm>
          <a:off x="980508" y="1760029"/>
          <a:ext cx="5884635" cy="16234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93DBCB0E-12CA-3A14-3DE9-2A83945FBB9B}"/>
              </a:ext>
            </a:extLst>
          </p:cNvPr>
          <p:cNvSpPr>
            <a:spLocks noGrp="1"/>
          </p:cNvSpPr>
          <p:nvPr>
            <p:ph type="title"/>
          </p:nvPr>
        </p:nvSpPr>
        <p:spPr/>
        <p:txBody>
          <a:bodyPr/>
          <a:lstStyle/>
          <a:p>
            <a:r>
              <a:rPr lang="en-US" dirty="0"/>
              <a:t>Functional Requirements</a:t>
            </a:r>
          </a:p>
        </p:txBody>
      </p:sp>
      <p:sp>
        <p:nvSpPr>
          <p:cNvPr id="8" name="Slide Number Placeholder 7">
            <a:extLst>
              <a:ext uri="{FF2B5EF4-FFF2-40B4-BE49-F238E27FC236}">
                <a16:creationId xmlns:a16="http://schemas.microsoft.com/office/drawing/2014/main" id="{F6884FCB-2711-97C1-4114-0EB7CD26F5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Tree>
    <p:extLst>
      <p:ext uri="{BB962C8B-B14F-4D97-AF65-F5344CB8AC3E}">
        <p14:creationId xmlns:p14="http://schemas.microsoft.com/office/powerpoint/2010/main" val="3911260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5747C-4BBA-8B76-B04C-6FBB18A18695}"/>
              </a:ext>
            </a:extLst>
          </p:cNvPr>
          <p:cNvSpPr>
            <a:spLocks noGrp="1"/>
          </p:cNvSpPr>
          <p:nvPr>
            <p:ph type="title"/>
          </p:nvPr>
        </p:nvSpPr>
        <p:spPr/>
        <p:txBody>
          <a:bodyPr/>
          <a:lstStyle/>
          <a:p>
            <a:r>
              <a:rPr lang="en-US" dirty="0"/>
              <a:t>Non Functional Requirements</a:t>
            </a:r>
          </a:p>
        </p:txBody>
      </p:sp>
      <p:graphicFrame>
        <p:nvGraphicFramePr>
          <p:cNvPr id="4" name="Content Placeholder 2">
            <a:extLst>
              <a:ext uri="{FF2B5EF4-FFF2-40B4-BE49-F238E27FC236}">
                <a16:creationId xmlns:a16="http://schemas.microsoft.com/office/drawing/2014/main" id="{300563C5-1690-872C-1622-9BCC9E488581}"/>
              </a:ext>
            </a:extLst>
          </p:cNvPr>
          <p:cNvGraphicFramePr>
            <a:graphicFrameLocks noGrp="1"/>
          </p:cNvGraphicFramePr>
          <p:nvPr>
            <p:ph idx="1"/>
            <p:extLst>
              <p:ext uri="{D42A27DB-BD31-4B8C-83A1-F6EECF244321}">
                <p14:modId xmlns:p14="http://schemas.microsoft.com/office/powerpoint/2010/main" val="1914672328"/>
              </p:ext>
            </p:extLst>
          </p:nvPr>
        </p:nvGraphicFramePr>
        <p:xfrm>
          <a:off x="508000" y="1620838"/>
          <a:ext cx="6446838" cy="2909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C3F076D6-3421-6EBC-056B-EA79BF8350E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7</a:t>
            </a:fld>
            <a:endParaRPr lang="en"/>
          </a:p>
        </p:txBody>
      </p:sp>
    </p:spTree>
    <p:extLst>
      <p:ext uri="{BB962C8B-B14F-4D97-AF65-F5344CB8AC3E}">
        <p14:creationId xmlns:p14="http://schemas.microsoft.com/office/powerpoint/2010/main" val="395301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FF2B-C4D3-7A83-9872-D1D14BB10440}"/>
              </a:ext>
            </a:extLst>
          </p:cNvPr>
          <p:cNvSpPr>
            <a:spLocks noGrp="1"/>
          </p:cNvSpPr>
          <p:nvPr>
            <p:ph type="title"/>
          </p:nvPr>
        </p:nvSpPr>
        <p:spPr/>
        <p:txBody>
          <a:bodyPr>
            <a:normAutofit/>
          </a:bodyPr>
          <a:lstStyle/>
          <a:p>
            <a:pPr algn="ctr"/>
            <a:r>
              <a:rPr lang="en-US" sz="4400" b="1" dirty="0"/>
              <a:t>Feasibility</a:t>
            </a:r>
            <a:r>
              <a:rPr lang="en-US" b="1" dirty="0"/>
              <a:t> </a:t>
            </a:r>
            <a:r>
              <a:rPr lang="en-US" sz="4000" b="1" dirty="0"/>
              <a:t>Study</a:t>
            </a:r>
            <a:endParaRPr lang="en-US" b="1" dirty="0"/>
          </a:p>
        </p:txBody>
      </p:sp>
      <p:sp>
        <p:nvSpPr>
          <p:cNvPr id="7" name="Content Placeholder 6">
            <a:extLst>
              <a:ext uri="{FF2B5EF4-FFF2-40B4-BE49-F238E27FC236}">
                <a16:creationId xmlns:a16="http://schemas.microsoft.com/office/drawing/2014/main" id="{F4C62A61-79CA-F740-14CF-74B8AE5A2CB7}"/>
              </a:ext>
            </a:extLst>
          </p:cNvPr>
          <p:cNvSpPr>
            <a:spLocks noGrp="1"/>
          </p:cNvSpPr>
          <p:nvPr>
            <p:ph idx="1"/>
          </p:nvPr>
        </p:nvSpPr>
        <p:spPr/>
        <p:txBody>
          <a:bodyPr/>
          <a:lstStyle/>
          <a:p>
            <a:pPr marL="0" indent="0">
              <a:buNone/>
            </a:pPr>
            <a:r>
              <a:rPr lang="en-US" b="0" i="0" dirty="0">
                <a:solidFill>
                  <a:srgbClr val="000000"/>
                </a:solidFill>
                <a:effectLst/>
                <a:latin typeface="Times New Roman" panose="02020603050405020304" pitchFamily="18" charset="0"/>
              </a:rPr>
              <a:t>  </a:t>
            </a:r>
            <a:endParaRPr lang="en-US" dirty="0"/>
          </a:p>
        </p:txBody>
      </p:sp>
      <p:graphicFrame>
        <p:nvGraphicFramePr>
          <p:cNvPr id="9" name="Content Placeholder 2">
            <a:extLst>
              <a:ext uri="{FF2B5EF4-FFF2-40B4-BE49-F238E27FC236}">
                <a16:creationId xmlns:a16="http://schemas.microsoft.com/office/drawing/2014/main" id="{A356ADD5-CA8E-6227-683F-C6E565276178}"/>
              </a:ext>
            </a:extLst>
          </p:cNvPr>
          <p:cNvGraphicFramePr>
            <a:graphicFrameLocks noGrp="1"/>
          </p:cNvGraphicFramePr>
          <p:nvPr>
            <p:extLst>
              <p:ext uri="{D42A27DB-BD31-4B8C-83A1-F6EECF244321}">
                <p14:modId xmlns:p14="http://schemas.microsoft.com/office/powerpoint/2010/main" val="4117840825"/>
              </p:ext>
            </p:extLst>
          </p:nvPr>
        </p:nvGraphicFramePr>
        <p:xfrm>
          <a:off x="609601" y="1620442"/>
          <a:ext cx="6819014"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7">
            <a:extLst>
              <a:ext uri="{FF2B5EF4-FFF2-40B4-BE49-F238E27FC236}">
                <a16:creationId xmlns:a16="http://schemas.microsoft.com/office/drawing/2014/main" id="{E8F1B3D5-D848-1AA3-DF2B-FD246D8708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8</a:t>
            </a:fld>
            <a:endParaRPr lang="en"/>
          </a:p>
        </p:txBody>
      </p:sp>
    </p:spTree>
    <p:extLst>
      <p:ext uri="{BB962C8B-B14F-4D97-AF65-F5344CB8AC3E}">
        <p14:creationId xmlns:p14="http://schemas.microsoft.com/office/powerpoint/2010/main" val="1772609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A895417-2927-891A-555A-A86480377CFE}"/>
              </a:ext>
            </a:extLst>
          </p:cNvPr>
          <p:cNvGraphicFramePr/>
          <p:nvPr>
            <p:extLst>
              <p:ext uri="{D42A27DB-BD31-4B8C-83A1-F6EECF244321}">
                <p14:modId xmlns:p14="http://schemas.microsoft.com/office/powerpoint/2010/main" val="3471441396"/>
              </p:ext>
            </p:extLst>
          </p:nvPr>
        </p:nvGraphicFramePr>
        <p:xfrm>
          <a:off x="581246" y="567586"/>
          <a:ext cx="6096000" cy="40083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86A04C33-E72A-640B-3066-0745803A497B}"/>
              </a:ext>
            </a:extLst>
          </p:cNvPr>
          <p:cNvGraphicFramePr/>
          <p:nvPr>
            <p:extLst>
              <p:ext uri="{D42A27DB-BD31-4B8C-83A1-F6EECF244321}">
                <p14:modId xmlns:p14="http://schemas.microsoft.com/office/powerpoint/2010/main" val="1736856772"/>
              </p:ext>
            </p:extLst>
          </p:nvPr>
        </p:nvGraphicFramePr>
        <p:xfrm>
          <a:off x="1383160" y="1315642"/>
          <a:ext cx="4492171" cy="352969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Title 6">
            <a:extLst>
              <a:ext uri="{FF2B5EF4-FFF2-40B4-BE49-F238E27FC236}">
                <a16:creationId xmlns:a16="http://schemas.microsoft.com/office/drawing/2014/main" id="{E3DF3216-F492-1ECA-03C3-92A9D593674F}"/>
              </a:ext>
            </a:extLst>
          </p:cNvPr>
          <p:cNvSpPr>
            <a:spLocks noGrp="1"/>
          </p:cNvSpPr>
          <p:nvPr>
            <p:ph type="title"/>
          </p:nvPr>
        </p:nvSpPr>
        <p:spPr/>
        <p:txBody>
          <a:bodyPr/>
          <a:lstStyle/>
          <a:p>
            <a:r>
              <a:rPr lang="en-US" dirty="0"/>
              <a:t>Software Requirements</a:t>
            </a:r>
          </a:p>
        </p:txBody>
      </p:sp>
      <p:sp>
        <p:nvSpPr>
          <p:cNvPr id="9" name="Slide Number Placeholder 8">
            <a:extLst>
              <a:ext uri="{FF2B5EF4-FFF2-40B4-BE49-F238E27FC236}">
                <a16:creationId xmlns:a16="http://schemas.microsoft.com/office/drawing/2014/main" id="{3EA16377-C597-1B3B-2B23-CA44FD2D873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9</a:t>
            </a:fld>
            <a:endParaRPr lang="en"/>
          </a:p>
        </p:txBody>
      </p:sp>
    </p:spTree>
    <p:extLst>
      <p:ext uri="{BB962C8B-B14F-4D97-AF65-F5344CB8AC3E}">
        <p14:creationId xmlns:p14="http://schemas.microsoft.com/office/powerpoint/2010/main" val="2512160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C4BCC5-84E8-E6BE-06D8-6ACD63F691B1}"/>
              </a:ext>
            </a:extLst>
          </p:cNvPr>
          <p:cNvSpPr>
            <a:spLocks noGrp="1"/>
          </p:cNvSpPr>
          <p:nvPr>
            <p:ph type="title"/>
          </p:nvPr>
        </p:nvSpPr>
        <p:spPr/>
        <p:txBody>
          <a:bodyPr>
            <a:normAutofit/>
          </a:bodyPr>
          <a:lstStyle/>
          <a:p>
            <a:pPr algn="ctr"/>
            <a:r>
              <a:rPr lang="en" sz="4400" b="1" dirty="0"/>
              <a:t>Methodology</a:t>
            </a:r>
            <a:endParaRPr lang="en-US" sz="4000" b="1" dirty="0"/>
          </a:p>
        </p:txBody>
      </p:sp>
      <p:pic>
        <p:nvPicPr>
          <p:cNvPr id="5" name="Content Placeholder 4">
            <a:extLst>
              <a:ext uri="{FF2B5EF4-FFF2-40B4-BE49-F238E27FC236}">
                <a16:creationId xmlns:a16="http://schemas.microsoft.com/office/drawing/2014/main" id="{B1E014A5-F96F-2172-152F-8FF04BCDF00A}"/>
              </a:ext>
            </a:extLst>
          </p:cNvPr>
          <p:cNvPicPr>
            <a:picLocks noGrp="1" noChangeAspect="1"/>
          </p:cNvPicPr>
          <p:nvPr>
            <p:ph idx="1"/>
          </p:nvPr>
        </p:nvPicPr>
        <p:blipFill>
          <a:blip r:embed="rId2"/>
          <a:stretch>
            <a:fillRect/>
          </a:stretch>
        </p:blipFill>
        <p:spPr>
          <a:xfrm>
            <a:off x="1207294" y="1647031"/>
            <a:ext cx="4729148" cy="2676876"/>
          </a:xfrm>
        </p:spPr>
      </p:pic>
      <p:sp>
        <p:nvSpPr>
          <p:cNvPr id="8" name="Slide Number Placeholder 7">
            <a:extLst>
              <a:ext uri="{FF2B5EF4-FFF2-40B4-BE49-F238E27FC236}">
                <a16:creationId xmlns:a16="http://schemas.microsoft.com/office/drawing/2014/main" id="{BC30A904-4663-6716-ABAF-BD63137AE3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endParaRPr lang="en"/>
          </a:p>
        </p:txBody>
      </p:sp>
    </p:spTree>
    <p:extLst>
      <p:ext uri="{BB962C8B-B14F-4D97-AF65-F5344CB8AC3E}">
        <p14:creationId xmlns:p14="http://schemas.microsoft.com/office/powerpoint/2010/main" val="3193344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63C5F-E4FF-268E-1F68-9E52429F1D3D}"/>
              </a:ext>
            </a:extLst>
          </p:cNvPr>
          <p:cNvSpPr>
            <a:spLocks noGrp="1"/>
          </p:cNvSpPr>
          <p:nvPr>
            <p:ph type="title"/>
          </p:nvPr>
        </p:nvSpPr>
        <p:spPr/>
        <p:txBody>
          <a:bodyPr/>
          <a:lstStyle/>
          <a:p>
            <a:r>
              <a:rPr lang="en-US" dirty="0"/>
              <a:t>Software Development Approach</a:t>
            </a:r>
          </a:p>
        </p:txBody>
      </p:sp>
      <p:sp>
        <p:nvSpPr>
          <p:cNvPr id="5" name="Rectangle 4">
            <a:extLst>
              <a:ext uri="{FF2B5EF4-FFF2-40B4-BE49-F238E27FC236}">
                <a16:creationId xmlns:a16="http://schemas.microsoft.com/office/drawing/2014/main" id="{1B64A3BA-9E30-1609-DB17-E1890B07E9ED}"/>
              </a:ext>
            </a:extLst>
          </p:cNvPr>
          <p:cNvSpPr/>
          <p:nvPr/>
        </p:nvSpPr>
        <p:spPr>
          <a:xfrm>
            <a:off x="1836222" y="4057460"/>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Agile Model</a:t>
            </a:r>
          </a:p>
        </p:txBody>
      </p:sp>
      <p:sp>
        <p:nvSpPr>
          <p:cNvPr id="9" name="Slide Number Placeholder 8">
            <a:extLst>
              <a:ext uri="{FF2B5EF4-FFF2-40B4-BE49-F238E27FC236}">
                <a16:creationId xmlns:a16="http://schemas.microsoft.com/office/drawing/2014/main" id="{095951ED-279E-6D7E-B077-8B6BA8C06EF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11</a:t>
            </a:fld>
            <a:endParaRPr lang="en"/>
          </a:p>
        </p:txBody>
      </p:sp>
      <p:pic>
        <p:nvPicPr>
          <p:cNvPr id="3" name="Picture 5" descr="Diagram&#10;&#10;Description automatically generated">
            <a:extLst>
              <a:ext uri="{FF2B5EF4-FFF2-40B4-BE49-F238E27FC236}">
                <a16:creationId xmlns:a16="http://schemas.microsoft.com/office/drawing/2014/main" id="{C4E602EE-BEED-D152-A0BA-C35591EC2ACB}"/>
              </a:ext>
            </a:extLst>
          </p:cNvPr>
          <p:cNvPicPr>
            <a:picLocks noChangeAspect="1"/>
          </p:cNvPicPr>
          <p:nvPr/>
        </p:nvPicPr>
        <p:blipFill>
          <a:blip r:embed="rId2"/>
          <a:stretch>
            <a:fillRect/>
          </a:stretch>
        </p:blipFill>
        <p:spPr>
          <a:xfrm>
            <a:off x="691738" y="1443978"/>
            <a:ext cx="4710050" cy="2381718"/>
          </a:xfrm>
          <a:prstGeom prst="rect">
            <a:avLst/>
          </a:prstGeom>
        </p:spPr>
      </p:pic>
    </p:spTree>
    <p:extLst>
      <p:ext uri="{BB962C8B-B14F-4D97-AF65-F5344CB8AC3E}">
        <p14:creationId xmlns:p14="http://schemas.microsoft.com/office/powerpoint/2010/main" val="1263177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03C8AC-5FB8-7526-7748-F5CEE4E26E23}"/>
              </a:ext>
            </a:extLst>
          </p:cNvPr>
          <p:cNvSpPr>
            <a:spLocks noGrp="1"/>
          </p:cNvSpPr>
          <p:nvPr>
            <p:ph type="title"/>
          </p:nvPr>
        </p:nvSpPr>
        <p:spPr/>
        <p:txBody>
          <a:bodyPr>
            <a:noAutofit/>
          </a:bodyPr>
          <a:lstStyle/>
          <a:p>
            <a:pPr algn="ctr"/>
            <a:r>
              <a:rPr lang="en-US" sz="4400" dirty="0"/>
              <a:t>System Block </a:t>
            </a:r>
            <a:br>
              <a:rPr lang="en-US" sz="4400" dirty="0"/>
            </a:br>
            <a:endParaRPr lang="en-US" sz="4400" dirty="0"/>
          </a:p>
        </p:txBody>
      </p:sp>
      <p:pic>
        <p:nvPicPr>
          <p:cNvPr id="7" name="Picture 6">
            <a:extLst>
              <a:ext uri="{FF2B5EF4-FFF2-40B4-BE49-F238E27FC236}">
                <a16:creationId xmlns:a16="http://schemas.microsoft.com/office/drawing/2014/main" id="{E2D2B961-915E-A1A9-6608-CC06F70A3ED6}"/>
              </a:ext>
            </a:extLst>
          </p:cNvPr>
          <p:cNvPicPr>
            <a:picLocks noChangeAspect="1"/>
          </p:cNvPicPr>
          <p:nvPr/>
        </p:nvPicPr>
        <p:blipFill>
          <a:blip r:embed="rId2"/>
          <a:stretch>
            <a:fillRect/>
          </a:stretch>
        </p:blipFill>
        <p:spPr>
          <a:xfrm>
            <a:off x="2360377" y="1575254"/>
            <a:ext cx="3012568" cy="2256518"/>
          </a:xfrm>
          <a:prstGeom prst="rect">
            <a:avLst/>
          </a:prstGeom>
        </p:spPr>
      </p:pic>
      <p:sp>
        <p:nvSpPr>
          <p:cNvPr id="8" name="Slide Number Placeholder 7">
            <a:extLst>
              <a:ext uri="{FF2B5EF4-FFF2-40B4-BE49-F238E27FC236}">
                <a16:creationId xmlns:a16="http://schemas.microsoft.com/office/drawing/2014/main" id="{0ABF1295-1686-F502-D47E-D6A1F0E73CA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12</a:t>
            </a:fld>
            <a:endParaRPr lang="en"/>
          </a:p>
        </p:txBody>
      </p:sp>
    </p:spTree>
    <p:extLst>
      <p:ext uri="{BB962C8B-B14F-4D97-AF65-F5344CB8AC3E}">
        <p14:creationId xmlns:p14="http://schemas.microsoft.com/office/powerpoint/2010/main" val="155485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7487100-BAA7-BCFC-5527-7622A3108E89}"/>
              </a:ext>
            </a:extLst>
          </p:cNvPr>
          <p:cNvSpPr/>
          <p:nvPr/>
        </p:nvSpPr>
        <p:spPr>
          <a:xfrm>
            <a:off x="227711" y="981917"/>
            <a:ext cx="6749903" cy="1260540"/>
          </a:xfrm>
          <a:prstGeom prst="round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Data Preprocessing</a:t>
            </a:r>
          </a:p>
        </p:txBody>
      </p:sp>
      <p:sp>
        <p:nvSpPr>
          <p:cNvPr id="8" name="Arrow: Down 7">
            <a:extLst>
              <a:ext uri="{FF2B5EF4-FFF2-40B4-BE49-F238E27FC236}">
                <a16:creationId xmlns:a16="http://schemas.microsoft.com/office/drawing/2014/main" id="{AD47BC3B-C09E-73C1-8A78-013B0DE5EDE6}"/>
              </a:ext>
            </a:extLst>
          </p:cNvPr>
          <p:cNvSpPr/>
          <p:nvPr/>
        </p:nvSpPr>
        <p:spPr>
          <a:xfrm>
            <a:off x="3602663" y="772187"/>
            <a:ext cx="283535" cy="21619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6CCE1AE-E855-BEDC-EBA7-09DEC2CD533E}"/>
              </a:ext>
            </a:extLst>
          </p:cNvPr>
          <p:cNvSpPr/>
          <p:nvPr/>
        </p:nvSpPr>
        <p:spPr>
          <a:xfrm>
            <a:off x="2138910" y="1466596"/>
            <a:ext cx="935665" cy="54580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Tokenization</a:t>
            </a:r>
          </a:p>
        </p:txBody>
      </p:sp>
      <p:sp>
        <p:nvSpPr>
          <p:cNvPr id="11" name="Rectangle: Rounded Corners 10">
            <a:extLst>
              <a:ext uri="{FF2B5EF4-FFF2-40B4-BE49-F238E27FC236}">
                <a16:creationId xmlns:a16="http://schemas.microsoft.com/office/drawing/2014/main" id="{6C9FE98C-A041-86EE-9B86-27A18425471C}"/>
              </a:ext>
            </a:extLst>
          </p:cNvPr>
          <p:cNvSpPr/>
          <p:nvPr/>
        </p:nvSpPr>
        <p:spPr>
          <a:xfrm>
            <a:off x="354413" y="1458545"/>
            <a:ext cx="1637414" cy="54580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Conversion to Lowercase</a:t>
            </a:r>
          </a:p>
        </p:txBody>
      </p:sp>
      <p:sp>
        <p:nvSpPr>
          <p:cNvPr id="12" name="Rectangle: Rounded Corners 11">
            <a:extLst>
              <a:ext uri="{FF2B5EF4-FFF2-40B4-BE49-F238E27FC236}">
                <a16:creationId xmlns:a16="http://schemas.microsoft.com/office/drawing/2014/main" id="{E654763C-1992-46D3-E72A-41E95B27E1C6}"/>
              </a:ext>
            </a:extLst>
          </p:cNvPr>
          <p:cNvSpPr/>
          <p:nvPr/>
        </p:nvSpPr>
        <p:spPr>
          <a:xfrm>
            <a:off x="3221658" y="1466596"/>
            <a:ext cx="2076893" cy="54580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Removing Special Characters</a:t>
            </a:r>
          </a:p>
        </p:txBody>
      </p:sp>
      <p:sp>
        <p:nvSpPr>
          <p:cNvPr id="13" name="Rectangle: Rounded Corners 12">
            <a:extLst>
              <a:ext uri="{FF2B5EF4-FFF2-40B4-BE49-F238E27FC236}">
                <a16:creationId xmlns:a16="http://schemas.microsoft.com/office/drawing/2014/main" id="{9F584D4F-D58A-DF0E-B81A-A5D97AD65C29}"/>
              </a:ext>
            </a:extLst>
          </p:cNvPr>
          <p:cNvSpPr/>
          <p:nvPr/>
        </p:nvSpPr>
        <p:spPr>
          <a:xfrm>
            <a:off x="5445634" y="1458544"/>
            <a:ext cx="1391091" cy="54580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Stop words Removal</a:t>
            </a:r>
          </a:p>
        </p:txBody>
      </p:sp>
      <p:sp>
        <p:nvSpPr>
          <p:cNvPr id="14" name="Rectangle: Rounded Corners 13">
            <a:extLst>
              <a:ext uri="{FF2B5EF4-FFF2-40B4-BE49-F238E27FC236}">
                <a16:creationId xmlns:a16="http://schemas.microsoft.com/office/drawing/2014/main" id="{60F64C7A-080B-2991-1408-8EC7D7935456}"/>
              </a:ext>
            </a:extLst>
          </p:cNvPr>
          <p:cNvSpPr/>
          <p:nvPr/>
        </p:nvSpPr>
        <p:spPr>
          <a:xfrm>
            <a:off x="2865471" y="2457039"/>
            <a:ext cx="1757917" cy="42397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Vectorization</a:t>
            </a:r>
          </a:p>
        </p:txBody>
      </p:sp>
      <p:sp>
        <p:nvSpPr>
          <p:cNvPr id="15" name="Rectangle: Rounded Corners 14">
            <a:extLst>
              <a:ext uri="{FF2B5EF4-FFF2-40B4-BE49-F238E27FC236}">
                <a16:creationId xmlns:a16="http://schemas.microsoft.com/office/drawing/2014/main" id="{271E34C2-D889-4096-4E00-2FA9A9E53406}"/>
              </a:ext>
            </a:extLst>
          </p:cNvPr>
          <p:cNvSpPr/>
          <p:nvPr/>
        </p:nvSpPr>
        <p:spPr>
          <a:xfrm>
            <a:off x="2865471" y="284874"/>
            <a:ext cx="1757917" cy="48731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Cleaning</a:t>
            </a:r>
          </a:p>
        </p:txBody>
      </p:sp>
      <p:sp>
        <p:nvSpPr>
          <p:cNvPr id="16" name="Arrow: Down 15">
            <a:extLst>
              <a:ext uri="{FF2B5EF4-FFF2-40B4-BE49-F238E27FC236}">
                <a16:creationId xmlns:a16="http://schemas.microsoft.com/office/drawing/2014/main" id="{6357C658-3279-5687-9F24-2F1E2CDDF0AE}"/>
              </a:ext>
            </a:extLst>
          </p:cNvPr>
          <p:cNvSpPr/>
          <p:nvPr/>
        </p:nvSpPr>
        <p:spPr>
          <a:xfrm>
            <a:off x="3628734" y="2902246"/>
            <a:ext cx="257463" cy="23593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4F85DAA9-D81B-B526-C607-C512D179AD14}"/>
              </a:ext>
            </a:extLst>
          </p:cNvPr>
          <p:cNvSpPr/>
          <p:nvPr/>
        </p:nvSpPr>
        <p:spPr>
          <a:xfrm>
            <a:off x="3602663" y="2263691"/>
            <a:ext cx="283535" cy="18512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26B8DDD0-7051-9B92-5077-587EF4B127E3}"/>
              </a:ext>
            </a:extLst>
          </p:cNvPr>
          <p:cNvSpPr/>
          <p:nvPr/>
        </p:nvSpPr>
        <p:spPr>
          <a:xfrm>
            <a:off x="1685257" y="3164201"/>
            <a:ext cx="4118344" cy="99738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dirty="0">
                <a:solidFill>
                  <a:schemeClr val="tx1"/>
                </a:solidFill>
              </a:rPr>
              <a:t>Model Building</a:t>
            </a:r>
          </a:p>
        </p:txBody>
      </p:sp>
      <p:sp>
        <p:nvSpPr>
          <p:cNvPr id="24" name="Rectangle: Rounded Corners 23">
            <a:extLst>
              <a:ext uri="{FF2B5EF4-FFF2-40B4-BE49-F238E27FC236}">
                <a16:creationId xmlns:a16="http://schemas.microsoft.com/office/drawing/2014/main" id="{B484B121-4ED1-98DD-ED6B-9A3168C87693}"/>
              </a:ext>
            </a:extLst>
          </p:cNvPr>
          <p:cNvSpPr/>
          <p:nvPr/>
        </p:nvSpPr>
        <p:spPr>
          <a:xfrm>
            <a:off x="2321610" y="4435203"/>
            <a:ext cx="2918047" cy="59399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  and Deployment</a:t>
            </a:r>
          </a:p>
        </p:txBody>
      </p:sp>
      <p:sp>
        <p:nvSpPr>
          <p:cNvPr id="25" name="Arrow: Down 24">
            <a:extLst>
              <a:ext uri="{FF2B5EF4-FFF2-40B4-BE49-F238E27FC236}">
                <a16:creationId xmlns:a16="http://schemas.microsoft.com/office/drawing/2014/main" id="{64012E9F-9A76-EF18-62F4-5FBA606AC490}"/>
              </a:ext>
            </a:extLst>
          </p:cNvPr>
          <p:cNvSpPr/>
          <p:nvPr/>
        </p:nvSpPr>
        <p:spPr>
          <a:xfrm>
            <a:off x="3628735" y="4182817"/>
            <a:ext cx="231388" cy="23115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1C17F0E7-F3C7-7E89-8EC3-2EA1972BC8B0}"/>
              </a:ext>
            </a:extLst>
          </p:cNvPr>
          <p:cNvSpPr/>
          <p:nvPr/>
        </p:nvSpPr>
        <p:spPr>
          <a:xfrm>
            <a:off x="2306671" y="3573486"/>
            <a:ext cx="1117600" cy="39914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NB</a:t>
            </a:r>
          </a:p>
        </p:txBody>
      </p:sp>
      <p:sp>
        <p:nvSpPr>
          <p:cNvPr id="61" name="Rectangle: Rounded Corners 60">
            <a:extLst>
              <a:ext uri="{FF2B5EF4-FFF2-40B4-BE49-F238E27FC236}">
                <a16:creationId xmlns:a16="http://schemas.microsoft.com/office/drawing/2014/main" id="{5C8668D8-CBE7-84CD-CB5C-B1A32602475B}"/>
              </a:ext>
            </a:extLst>
          </p:cNvPr>
          <p:cNvSpPr/>
          <p:nvPr/>
        </p:nvSpPr>
        <p:spPr>
          <a:xfrm>
            <a:off x="4064588" y="3573485"/>
            <a:ext cx="1117600" cy="39914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LR</a:t>
            </a:r>
          </a:p>
        </p:txBody>
      </p:sp>
      <p:sp>
        <p:nvSpPr>
          <p:cNvPr id="7" name="Slide Number Placeholder 6">
            <a:extLst>
              <a:ext uri="{FF2B5EF4-FFF2-40B4-BE49-F238E27FC236}">
                <a16:creationId xmlns:a16="http://schemas.microsoft.com/office/drawing/2014/main" id="{29F9AFA6-C85E-EE13-74F3-3D8482959FE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13</a:t>
            </a:fld>
            <a:endParaRPr lang="en"/>
          </a:p>
        </p:txBody>
      </p:sp>
    </p:spTree>
    <p:extLst>
      <p:ext uri="{BB962C8B-B14F-4D97-AF65-F5344CB8AC3E}">
        <p14:creationId xmlns:p14="http://schemas.microsoft.com/office/powerpoint/2010/main" val="3294865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A8284-9D12-B91D-E27F-32CF55543BED}"/>
              </a:ext>
            </a:extLst>
          </p:cNvPr>
          <p:cNvSpPr>
            <a:spLocks noGrp="1"/>
          </p:cNvSpPr>
          <p:nvPr>
            <p:ph type="title"/>
          </p:nvPr>
        </p:nvSpPr>
        <p:spPr/>
        <p:txBody>
          <a:bodyPr/>
          <a:lstStyle/>
          <a:p>
            <a:r>
              <a:rPr lang="en-US" dirty="0"/>
              <a:t>Use Case Diagram</a:t>
            </a:r>
          </a:p>
        </p:txBody>
      </p:sp>
      <p:sp>
        <p:nvSpPr>
          <p:cNvPr id="6" name="Rectangle 5">
            <a:extLst>
              <a:ext uri="{FF2B5EF4-FFF2-40B4-BE49-F238E27FC236}">
                <a16:creationId xmlns:a16="http://schemas.microsoft.com/office/drawing/2014/main" id="{F71D8F1E-778C-87C9-1D50-CA524815655C}"/>
              </a:ext>
            </a:extLst>
          </p:cNvPr>
          <p:cNvSpPr/>
          <p:nvPr/>
        </p:nvSpPr>
        <p:spPr>
          <a:xfrm>
            <a:off x="1698921" y="4402765"/>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 Use Case Diagram</a:t>
            </a:r>
          </a:p>
        </p:txBody>
      </p:sp>
      <p:sp>
        <p:nvSpPr>
          <p:cNvPr id="9" name="Slide Number Placeholder 8">
            <a:extLst>
              <a:ext uri="{FF2B5EF4-FFF2-40B4-BE49-F238E27FC236}">
                <a16:creationId xmlns:a16="http://schemas.microsoft.com/office/drawing/2014/main" id="{C1B8AE44-9BEA-D1CF-5EA6-DA6F9B6F30C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14</a:t>
            </a:fld>
            <a:endParaRPr lang="en"/>
          </a:p>
        </p:txBody>
      </p:sp>
      <p:pic>
        <p:nvPicPr>
          <p:cNvPr id="1026" name="Picture 2" descr="C:\Users\user\Desktop\Project\final report\UseCase1.png"/>
          <p:cNvPicPr>
            <a:picLocks noGrp="1" noChangeAspect="1" noChangeArrowheads="1"/>
          </p:cNvPicPr>
          <p:nvPr>
            <p:ph idx="1"/>
          </p:nvPr>
        </p:nvPicPr>
        <p:blipFill>
          <a:blip r:embed="rId2"/>
          <a:srcRect/>
          <a:stretch>
            <a:fillRect/>
          </a:stretch>
        </p:blipFill>
        <p:spPr bwMode="auto">
          <a:xfrm>
            <a:off x="1408386" y="1129331"/>
            <a:ext cx="4698123" cy="3589813"/>
          </a:xfrm>
          <a:prstGeom prst="rect">
            <a:avLst/>
          </a:prstGeom>
          <a:noFill/>
        </p:spPr>
      </p:pic>
    </p:spTree>
    <p:extLst>
      <p:ext uri="{BB962C8B-B14F-4D97-AF65-F5344CB8AC3E}">
        <p14:creationId xmlns:p14="http://schemas.microsoft.com/office/powerpoint/2010/main" val="227709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7BB4-DFDD-5B0C-5608-3BF7E87FCD03}"/>
              </a:ext>
            </a:extLst>
          </p:cNvPr>
          <p:cNvSpPr>
            <a:spLocks noGrp="1"/>
          </p:cNvSpPr>
          <p:nvPr>
            <p:ph type="title"/>
          </p:nvPr>
        </p:nvSpPr>
        <p:spPr/>
        <p:txBody>
          <a:bodyPr/>
          <a:lstStyle/>
          <a:p>
            <a:r>
              <a:rPr lang="en-US" dirty="0"/>
              <a:t>Sequence Diagram</a:t>
            </a:r>
          </a:p>
        </p:txBody>
      </p:sp>
      <p:pic>
        <p:nvPicPr>
          <p:cNvPr id="5" name="Picture 5" descr="Diagram, schematic&#10;&#10;Description automatically generated">
            <a:extLst>
              <a:ext uri="{FF2B5EF4-FFF2-40B4-BE49-F238E27FC236}">
                <a16:creationId xmlns:a16="http://schemas.microsoft.com/office/drawing/2014/main" id="{C433E3C8-1336-344F-CDC0-8739E9A512CB}"/>
              </a:ext>
            </a:extLst>
          </p:cNvPr>
          <p:cNvPicPr>
            <a:picLocks noGrp="1" noChangeAspect="1"/>
          </p:cNvPicPr>
          <p:nvPr>
            <p:ph idx="1"/>
          </p:nvPr>
        </p:nvPicPr>
        <p:blipFill>
          <a:blip r:embed="rId2"/>
          <a:stretch>
            <a:fillRect/>
          </a:stretch>
        </p:blipFill>
        <p:spPr>
          <a:xfrm>
            <a:off x="1391376" y="1189961"/>
            <a:ext cx="5115412" cy="3413608"/>
          </a:xfrm>
        </p:spPr>
      </p:pic>
      <p:sp>
        <p:nvSpPr>
          <p:cNvPr id="4" name="Slide Number Placeholder 3">
            <a:extLst>
              <a:ext uri="{FF2B5EF4-FFF2-40B4-BE49-F238E27FC236}">
                <a16:creationId xmlns:a16="http://schemas.microsoft.com/office/drawing/2014/main" id="{A7DF7337-9A3A-3BC5-6AE1-DC55849723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15</a:t>
            </a:fld>
            <a:endParaRPr lang="en"/>
          </a:p>
        </p:txBody>
      </p:sp>
      <p:sp>
        <p:nvSpPr>
          <p:cNvPr id="7" name="Rectangle 6">
            <a:extLst>
              <a:ext uri="{FF2B5EF4-FFF2-40B4-BE49-F238E27FC236}">
                <a16:creationId xmlns:a16="http://schemas.microsoft.com/office/drawing/2014/main" id="{1D62D2C0-0F2E-DE5A-1062-1BE905C36F25}"/>
              </a:ext>
            </a:extLst>
          </p:cNvPr>
          <p:cNvSpPr/>
          <p:nvPr/>
        </p:nvSpPr>
        <p:spPr>
          <a:xfrm>
            <a:off x="1723069" y="4523504"/>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 Sequence Diagram</a:t>
            </a:r>
          </a:p>
        </p:txBody>
      </p:sp>
    </p:spTree>
    <p:extLst>
      <p:ext uri="{BB962C8B-B14F-4D97-AF65-F5344CB8AC3E}">
        <p14:creationId xmlns:p14="http://schemas.microsoft.com/office/powerpoint/2010/main" val="1170302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123F8-C30C-B2DB-FAE6-8881E8767B14}"/>
              </a:ext>
            </a:extLst>
          </p:cNvPr>
          <p:cNvSpPr>
            <a:spLocks noGrp="1"/>
          </p:cNvSpPr>
          <p:nvPr>
            <p:ph type="title"/>
          </p:nvPr>
        </p:nvSpPr>
        <p:spPr/>
        <p:txBody>
          <a:bodyPr/>
          <a:lstStyle/>
          <a:p>
            <a:r>
              <a:rPr lang="en-US" dirty="0"/>
              <a:t>Flowchart</a:t>
            </a:r>
          </a:p>
        </p:txBody>
      </p:sp>
      <p:pic>
        <p:nvPicPr>
          <p:cNvPr id="5" name="Content Placeholder 4">
            <a:extLst>
              <a:ext uri="{FF2B5EF4-FFF2-40B4-BE49-F238E27FC236}">
                <a16:creationId xmlns:a16="http://schemas.microsoft.com/office/drawing/2014/main" id="{23794A32-C529-18F9-D3ED-24578B8C2DA6}"/>
              </a:ext>
            </a:extLst>
          </p:cNvPr>
          <p:cNvPicPr>
            <a:picLocks noGrp="1" noChangeAspect="1"/>
          </p:cNvPicPr>
          <p:nvPr>
            <p:ph idx="1"/>
          </p:nvPr>
        </p:nvPicPr>
        <p:blipFill>
          <a:blip r:embed="rId2"/>
          <a:stretch>
            <a:fillRect/>
          </a:stretch>
        </p:blipFill>
        <p:spPr>
          <a:xfrm>
            <a:off x="2495108" y="315310"/>
            <a:ext cx="3125971" cy="4463509"/>
          </a:xfrm>
        </p:spPr>
      </p:pic>
      <p:sp>
        <p:nvSpPr>
          <p:cNvPr id="6" name="Rectangle 5">
            <a:extLst>
              <a:ext uri="{FF2B5EF4-FFF2-40B4-BE49-F238E27FC236}">
                <a16:creationId xmlns:a16="http://schemas.microsoft.com/office/drawing/2014/main" id="{683441C0-637A-4836-3AC6-21795A537EDF}"/>
              </a:ext>
            </a:extLst>
          </p:cNvPr>
          <p:cNvSpPr/>
          <p:nvPr/>
        </p:nvSpPr>
        <p:spPr>
          <a:xfrm>
            <a:off x="2016365" y="4677126"/>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System Flow</a:t>
            </a:r>
          </a:p>
        </p:txBody>
      </p:sp>
      <p:sp>
        <p:nvSpPr>
          <p:cNvPr id="9" name="Slide Number Placeholder 8">
            <a:extLst>
              <a:ext uri="{FF2B5EF4-FFF2-40B4-BE49-F238E27FC236}">
                <a16:creationId xmlns:a16="http://schemas.microsoft.com/office/drawing/2014/main" id="{CFA76659-BAF1-7E66-D209-E1AB5293D08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16</a:t>
            </a:fld>
            <a:endParaRPr lang="en"/>
          </a:p>
        </p:txBody>
      </p:sp>
    </p:spTree>
    <p:extLst>
      <p:ext uri="{BB962C8B-B14F-4D97-AF65-F5344CB8AC3E}">
        <p14:creationId xmlns:p14="http://schemas.microsoft.com/office/powerpoint/2010/main" val="3053327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8390-D3A4-25F5-B9A9-E9EF0EF9DAB1}"/>
              </a:ext>
            </a:extLst>
          </p:cNvPr>
          <p:cNvSpPr>
            <a:spLocks noGrp="1"/>
          </p:cNvSpPr>
          <p:nvPr>
            <p:ph type="title"/>
          </p:nvPr>
        </p:nvSpPr>
        <p:spPr>
          <a:xfrm>
            <a:off x="729450" y="857906"/>
            <a:ext cx="7688700" cy="535200"/>
          </a:xfrm>
        </p:spPr>
        <p:txBody>
          <a:bodyPr/>
          <a:lstStyle/>
          <a:p>
            <a:r>
              <a:rPr lang="en-US" dirty="0"/>
              <a:t>Data Cleaning</a:t>
            </a:r>
          </a:p>
        </p:txBody>
      </p:sp>
      <p:sp>
        <p:nvSpPr>
          <p:cNvPr id="3" name="Text Placeholder 2">
            <a:extLst>
              <a:ext uri="{FF2B5EF4-FFF2-40B4-BE49-F238E27FC236}">
                <a16:creationId xmlns:a16="http://schemas.microsoft.com/office/drawing/2014/main" id="{031FDE7F-B912-165C-56CE-7438878B3E24}"/>
              </a:ext>
            </a:extLst>
          </p:cNvPr>
          <p:cNvSpPr>
            <a:spLocks noGrp="1"/>
          </p:cNvSpPr>
          <p:nvPr>
            <p:ph type="body" idx="1"/>
          </p:nvPr>
        </p:nvSpPr>
        <p:spPr>
          <a:xfrm>
            <a:off x="727650" y="1489295"/>
            <a:ext cx="7688700" cy="2261100"/>
          </a:xfrm>
        </p:spPr>
        <p:txBody>
          <a:bodyPr/>
          <a:lstStyle/>
          <a:p>
            <a:pPr marL="146050" indent="0">
              <a:buNone/>
            </a:pPr>
            <a:r>
              <a:rPr lang="en-US" sz="1600" dirty="0"/>
              <a:t>We can see in our data set that in the columns ’Unnamed:2’, ’Unnamed:3’ and ’Unnamed:3’ most of the values are null. There are several duplicate rows which we also need to get rid of. We also have to properly name the columns. The figure shown below consists of data info before and after cleaning.</a:t>
            </a:r>
            <a:endParaRPr lang="en-US" sz="1200" dirty="0"/>
          </a:p>
        </p:txBody>
      </p:sp>
      <p:pic>
        <p:nvPicPr>
          <p:cNvPr id="5" name="Picture 4">
            <a:extLst>
              <a:ext uri="{FF2B5EF4-FFF2-40B4-BE49-F238E27FC236}">
                <a16:creationId xmlns:a16="http://schemas.microsoft.com/office/drawing/2014/main" id="{389F68A8-FDC7-88EB-48AA-D9D684268ECF}"/>
              </a:ext>
            </a:extLst>
          </p:cNvPr>
          <p:cNvPicPr>
            <a:picLocks noChangeAspect="1"/>
          </p:cNvPicPr>
          <p:nvPr/>
        </p:nvPicPr>
        <p:blipFill>
          <a:blip r:embed="rId2"/>
          <a:stretch>
            <a:fillRect/>
          </a:stretch>
        </p:blipFill>
        <p:spPr>
          <a:xfrm>
            <a:off x="4436936" y="2970028"/>
            <a:ext cx="2995134" cy="1111767"/>
          </a:xfrm>
          <a:prstGeom prst="rect">
            <a:avLst/>
          </a:prstGeom>
        </p:spPr>
      </p:pic>
      <p:pic>
        <p:nvPicPr>
          <p:cNvPr id="7" name="Picture 6">
            <a:extLst>
              <a:ext uri="{FF2B5EF4-FFF2-40B4-BE49-F238E27FC236}">
                <a16:creationId xmlns:a16="http://schemas.microsoft.com/office/drawing/2014/main" id="{5F0D943C-5278-34DE-3B31-CE719249B02C}"/>
              </a:ext>
            </a:extLst>
          </p:cNvPr>
          <p:cNvPicPr>
            <a:picLocks noChangeAspect="1"/>
          </p:cNvPicPr>
          <p:nvPr/>
        </p:nvPicPr>
        <p:blipFill>
          <a:blip r:embed="rId3"/>
          <a:stretch>
            <a:fillRect/>
          </a:stretch>
        </p:blipFill>
        <p:spPr>
          <a:xfrm>
            <a:off x="1164850" y="2845289"/>
            <a:ext cx="2834886" cy="1440305"/>
          </a:xfrm>
          <a:prstGeom prst="rect">
            <a:avLst/>
          </a:prstGeom>
        </p:spPr>
      </p:pic>
      <p:sp>
        <p:nvSpPr>
          <p:cNvPr id="10" name="Rectangle 9">
            <a:extLst>
              <a:ext uri="{FF2B5EF4-FFF2-40B4-BE49-F238E27FC236}">
                <a16:creationId xmlns:a16="http://schemas.microsoft.com/office/drawing/2014/main" id="{F57A0163-FAC6-BF04-C6F8-47A46F2E7653}"/>
              </a:ext>
            </a:extLst>
          </p:cNvPr>
          <p:cNvSpPr/>
          <p:nvPr/>
        </p:nvSpPr>
        <p:spPr>
          <a:xfrm>
            <a:off x="568964" y="4389594"/>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Before Cleaning</a:t>
            </a:r>
          </a:p>
        </p:txBody>
      </p:sp>
      <p:sp>
        <p:nvSpPr>
          <p:cNvPr id="11" name="Rectangle 10">
            <a:extLst>
              <a:ext uri="{FF2B5EF4-FFF2-40B4-BE49-F238E27FC236}">
                <a16:creationId xmlns:a16="http://schemas.microsoft.com/office/drawing/2014/main" id="{A43FFC25-BF2D-2E6F-F25D-C9CAB22916F3}"/>
              </a:ext>
            </a:extLst>
          </p:cNvPr>
          <p:cNvSpPr/>
          <p:nvPr/>
        </p:nvSpPr>
        <p:spPr>
          <a:xfrm>
            <a:off x="3884428" y="4389594"/>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After Cleaning</a:t>
            </a:r>
          </a:p>
        </p:txBody>
      </p:sp>
      <p:sp>
        <p:nvSpPr>
          <p:cNvPr id="8" name="Slide Number Placeholder 7">
            <a:extLst>
              <a:ext uri="{FF2B5EF4-FFF2-40B4-BE49-F238E27FC236}">
                <a16:creationId xmlns:a16="http://schemas.microsoft.com/office/drawing/2014/main" id="{CFA3B267-B6FE-0940-F07A-D1A0972A83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17</a:t>
            </a:fld>
            <a:endParaRPr lang="en"/>
          </a:p>
        </p:txBody>
      </p:sp>
    </p:spTree>
    <p:extLst>
      <p:ext uri="{BB962C8B-B14F-4D97-AF65-F5344CB8AC3E}">
        <p14:creationId xmlns:p14="http://schemas.microsoft.com/office/powerpoint/2010/main" val="630914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0821F-AA99-C9C8-A340-015CEC0484B5}"/>
              </a:ext>
            </a:extLst>
          </p:cNvPr>
          <p:cNvSpPr>
            <a:spLocks noGrp="1"/>
          </p:cNvSpPr>
          <p:nvPr>
            <p:ph type="title"/>
          </p:nvPr>
        </p:nvSpPr>
        <p:spPr>
          <a:xfrm>
            <a:off x="727650" y="144987"/>
            <a:ext cx="7688700" cy="535200"/>
          </a:xfrm>
        </p:spPr>
        <p:txBody>
          <a:bodyPr/>
          <a:lstStyle/>
          <a:p>
            <a:r>
              <a:rPr lang="en-US" dirty="0"/>
              <a:t>Data Pre-Processing</a:t>
            </a:r>
          </a:p>
        </p:txBody>
      </p:sp>
      <p:sp>
        <p:nvSpPr>
          <p:cNvPr id="3" name="Text Placeholder 2">
            <a:extLst>
              <a:ext uri="{FF2B5EF4-FFF2-40B4-BE49-F238E27FC236}">
                <a16:creationId xmlns:a16="http://schemas.microsoft.com/office/drawing/2014/main" id="{CE46CAF5-79CC-D730-6F96-49778B41A8AB}"/>
              </a:ext>
            </a:extLst>
          </p:cNvPr>
          <p:cNvSpPr>
            <a:spLocks noGrp="1"/>
          </p:cNvSpPr>
          <p:nvPr>
            <p:ph type="body" idx="1"/>
          </p:nvPr>
        </p:nvSpPr>
        <p:spPr>
          <a:xfrm>
            <a:off x="727650" y="793071"/>
            <a:ext cx="6070099" cy="1762744"/>
          </a:xfrm>
        </p:spPr>
        <p:txBody>
          <a:bodyPr/>
          <a:lstStyle/>
          <a:p>
            <a:pPr marL="146050" indent="0">
              <a:buNone/>
            </a:pPr>
            <a:r>
              <a:rPr lang="en-US" sz="1500" dirty="0"/>
              <a:t>Data should be pre-processed before building the model. The step involved in data-preprocessing are as follows:</a:t>
            </a:r>
          </a:p>
          <a:p>
            <a:r>
              <a:rPr lang="en-US" sz="1500" dirty="0"/>
              <a:t>Conversion to lower case</a:t>
            </a:r>
          </a:p>
          <a:p>
            <a:r>
              <a:rPr lang="en-US" sz="1500" dirty="0"/>
              <a:t>Tokenization</a:t>
            </a:r>
          </a:p>
          <a:p>
            <a:r>
              <a:rPr lang="en-US" sz="1500" dirty="0"/>
              <a:t>Removing special characters</a:t>
            </a:r>
          </a:p>
          <a:p>
            <a:r>
              <a:rPr lang="en-US" sz="1500" dirty="0"/>
              <a:t>Removing stop words and punctuation</a:t>
            </a:r>
          </a:p>
          <a:p>
            <a:r>
              <a:rPr lang="en-US" sz="1500" dirty="0"/>
              <a:t>Stemming</a:t>
            </a:r>
          </a:p>
        </p:txBody>
      </p:sp>
      <p:pic>
        <p:nvPicPr>
          <p:cNvPr id="5" name="Picture 4">
            <a:extLst>
              <a:ext uri="{FF2B5EF4-FFF2-40B4-BE49-F238E27FC236}">
                <a16:creationId xmlns:a16="http://schemas.microsoft.com/office/drawing/2014/main" id="{A8A2270F-9A6C-982C-F820-4309065995E3}"/>
              </a:ext>
            </a:extLst>
          </p:cNvPr>
          <p:cNvPicPr>
            <a:picLocks noChangeAspect="1"/>
          </p:cNvPicPr>
          <p:nvPr/>
        </p:nvPicPr>
        <p:blipFill>
          <a:blip r:embed="rId2"/>
          <a:stretch>
            <a:fillRect/>
          </a:stretch>
        </p:blipFill>
        <p:spPr>
          <a:xfrm>
            <a:off x="756004" y="2571750"/>
            <a:ext cx="5375438" cy="2164305"/>
          </a:xfrm>
          <a:prstGeom prst="rect">
            <a:avLst/>
          </a:prstGeom>
        </p:spPr>
      </p:pic>
      <p:sp>
        <p:nvSpPr>
          <p:cNvPr id="6" name="Rectangle 5">
            <a:extLst>
              <a:ext uri="{FF2B5EF4-FFF2-40B4-BE49-F238E27FC236}">
                <a16:creationId xmlns:a16="http://schemas.microsoft.com/office/drawing/2014/main" id="{0B89B2A3-362A-8743-58A7-54F6F3EA7F7F}"/>
              </a:ext>
            </a:extLst>
          </p:cNvPr>
          <p:cNvSpPr/>
          <p:nvPr/>
        </p:nvSpPr>
        <p:spPr>
          <a:xfrm>
            <a:off x="1049078" y="4576430"/>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Sample of preprocessed data</a:t>
            </a:r>
          </a:p>
        </p:txBody>
      </p:sp>
      <p:sp>
        <p:nvSpPr>
          <p:cNvPr id="8" name="Slide Number Placeholder 7">
            <a:extLst>
              <a:ext uri="{FF2B5EF4-FFF2-40B4-BE49-F238E27FC236}">
                <a16:creationId xmlns:a16="http://schemas.microsoft.com/office/drawing/2014/main" id="{C7ABAABC-5676-C609-DF6A-E9023F646F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18</a:t>
            </a:fld>
            <a:endParaRPr lang="en"/>
          </a:p>
        </p:txBody>
      </p:sp>
    </p:spTree>
    <p:extLst>
      <p:ext uri="{BB962C8B-B14F-4D97-AF65-F5344CB8AC3E}">
        <p14:creationId xmlns:p14="http://schemas.microsoft.com/office/powerpoint/2010/main" val="3267553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C894F-A4B1-88A6-3EF5-9B3475D8CA89}"/>
              </a:ext>
            </a:extLst>
          </p:cNvPr>
          <p:cNvSpPr>
            <a:spLocks noGrp="1"/>
          </p:cNvSpPr>
          <p:nvPr>
            <p:ph type="title"/>
          </p:nvPr>
        </p:nvSpPr>
        <p:spPr>
          <a:xfrm>
            <a:off x="729450" y="803525"/>
            <a:ext cx="7688700" cy="535200"/>
          </a:xfrm>
        </p:spPr>
        <p:txBody>
          <a:bodyPr/>
          <a:lstStyle/>
          <a:p>
            <a:r>
              <a:rPr lang="en-US" sz="2800" dirty="0"/>
              <a:t>Vectorization</a:t>
            </a:r>
            <a:endParaRPr lang="en-US" dirty="0"/>
          </a:p>
        </p:txBody>
      </p:sp>
      <p:sp>
        <p:nvSpPr>
          <p:cNvPr id="3" name="Text Placeholder 2">
            <a:extLst>
              <a:ext uri="{FF2B5EF4-FFF2-40B4-BE49-F238E27FC236}">
                <a16:creationId xmlns:a16="http://schemas.microsoft.com/office/drawing/2014/main" id="{FF33B0FD-1D8F-CFBB-9EF9-9F079C5E4E1A}"/>
              </a:ext>
            </a:extLst>
          </p:cNvPr>
          <p:cNvSpPr>
            <a:spLocks noGrp="1"/>
          </p:cNvSpPr>
          <p:nvPr>
            <p:ph type="body" idx="1"/>
          </p:nvPr>
        </p:nvSpPr>
        <p:spPr>
          <a:xfrm>
            <a:off x="309036" y="2068365"/>
            <a:ext cx="7688700" cy="2261100"/>
          </a:xfrm>
        </p:spPr>
        <p:txBody>
          <a:bodyPr/>
          <a:lstStyle/>
          <a:p>
            <a:pPr marL="146050" indent="0">
              <a:buNone/>
            </a:pPr>
            <a:r>
              <a:rPr lang="en-US" sz="2000" dirty="0"/>
              <a:t>We have used </a:t>
            </a:r>
            <a:r>
              <a:rPr lang="en-US" sz="2000" dirty="0" err="1"/>
              <a:t>tf-idf</a:t>
            </a:r>
            <a:r>
              <a:rPr lang="en-US" sz="2000" dirty="0"/>
              <a:t> vectorizer and Bag of Words Vectorization before training our models.</a:t>
            </a:r>
          </a:p>
        </p:txBody>
      </p:sp>
      <p:sp>
        <p:nvSpPr>
          <p:cNvPr id="6" name="Slide Number Placeholder 5">
            <a:extLst>
              <a:ext uri="{FF2B5EF4-FFF2-40B4-BE49-F238E27FC236}">
                <a16:creationId xmlns:a16="http://schemas.microsoft.com/office/drawing/2014/main" id="{8485371C-E0D6-97EF-ECB4-560B4D20B3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19</a:t>
            </a:fld>
            <a:endParaRPr lang="en"/>
          </a:p>
        </p:txBody>
      </p:sp>
    </p:spTree>
    <p:extLst>
      <p:ext uri="{BB962C8B-B14F-4D97-AF65-F5344CB8AC3E}">
        <p14:creationId xmlns:p14="http://schemas.microsoft.com/office/powerpoint/2010/main" val="731893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485" y="341188"/>
            <a:ext cx="7688700" cy="535200"/>
          </a:xfrm>
        </p:spPr>
        <p:txBody>
          <a:bodyPr/>
          <a:lstStyle/>
          <a:p>
            <a:r>
              <a:rPr lang="en-US" dirty="0" err="1"/>
              <a:t>TF-IDF</a:t>
            </a:r>
            <a:r>
              <a:rPr lang="en-US" dirty="0"/>
              <a:t> </a:t>
            </a:r>
            <a:r>
              <a:rPr lang="en-US" dirty="0" err="1"/>
              <a:t>Vectorization</a:t>
            </a:r>
            <a:endParaRPr lang="en-US" dirty="0"/>
          </a:p>
        </p:txBody>
      </p:sp>
      <p:sp>
        <p:nvSpPr>
          <p:cNvPr id="3" name="Text Placeholder 2"/>
          <p:cNvSpPr>
            <a:spLocks noGrp="1"/>
          </p:cNvSpPr>
          <p:nvPr>
            <p:ph type="body" idx="1"/>
          </p:nvPr>
        </p:nvSpPr>
        <p:spPr>
          <a:xfrm>
            <a:off x="309037" y="1196006"/>
            <a:ext cx="7688700" cy="2261100"/>
          </a:xfrm>
        </p:spPr>
        <p:txBody>
          <a:bodyPr/>
          <a:lstStyle/>
          <a:p>
            <a:pPr marL="431800" indent="-285750">
              <a:buFont typeface="Wingdings" charset="2"/>
              <a:buChar char="Ø"/>
            </a:pPr>
            <a:r>
              <a:rPr lang="en-US" sz="1400" dirty="0"/>
              <a:t>TF-IDF (Term Frequency-Inverse Document Frequency) is a technique</a:t>
            </a:r>
            <a:br>
              <a:rPr lang="en-US" sz="1400" dirty="0"/>
            </a:br>
            <a:r>
              <a:rPr lang="en-US" sz="1400" dirty="0"/>
              <a:t>used in information retrieval and text mining to quantify the importance of each</a:t>
            </a:r>
            <a:br>
              <a:rPr lang="en-US" sz="1400" dirty="0"/>
            </a:br>
            <a:r>
              <a:rPr lang="en-US" sz="1400" dirty="0"/>
              <a:t>term in a document.</a:t>
            </a:r>
            <a:br>
              <a:rPr lang="en-US" sz="1400" dirty="0"/>
            </a:br>
            <a:endParaRPr lang="en-US" sz="1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20</a:t>
            </a:fld>
            <a:endParaRPr lang="en"/>
          </a:p>
        </p:txBody>
      </p:sp>
      <p:pic>
        <p:nvPicPr>
          <p:cNvPr id="2050" name="Picture 2"/>
          <p:cNvPicPr>
            <a:picLocks noChangeAspect="1" noChangeArrowheads="1"/>
          </p:cNvPicPr>
          <p:nvPr/>
        </p:nvPicPr>
        <p:blipFill>
          <a:blip r:embed="rId2"/>
          <a:srcRect/>
          <a:stretch>
            <a:fillRect/>
          </a:stretch>
        </p:blipFill>
        <p:spPr bwMode="auto">
          <a:xfrm>
            <a:off x="346841" y="2165129"/>
            <a:ext cx="7514897" cy="2039007"/>
          </a:xfrm>
          <a:prstGeom prst="rect">
            <a:avLst/>
          </a:prstGeom>
          <a:ln>
            <a:noFill/>
          </a:ln>
          <a:effectLst>
            <a:softEdge rad="112500"/>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21</a:t>
            </a:fld>
            <a:endParaRPr lang="en"/>
          </a:p>
        </p:txBody>
      </p:sp>
      <p:pic>
        <p:nvPicPr>
          <p:cNvPr id="3074" name="Picture 2"/>
          <p:cNvPicPr>
            <a:picLocks noChangeAspect="1" noChangeArrowheads="1"/>
          </p:cNvPicPr>
          <p:nvPr/>
        </p:nvPicPr>
        <p:blipFill>
          <a:blip r:embed="rId2"/>
          <a:srcRect/>
          <a:stretch>
            <a:fillRect/>
          </a:stretch>
        </p:blipFill>
        <p:spPr bwMode="auto">
          <a:xfrm>
            <a:off x="1093076" y="733472"/>
            <a:ext cx="5686097" cy="1021755"/>
          </a:xfrm>
          <a:prstGeom prst="rect">
            <a:avLst/>
          </a:prstGeom>
          <a:noFill/>
          <a:ln w="9525">
            <a:noFill/>
            <a:miter lim="800000"/>
            <a:headEnd/>
            <a:tailEnd/>
          </a:ln>
          <a:effectLst/>
        </p:spPr>
      </p:pic>
      <p:sp>
        <p:nvSpPr>
          <p:cNvPr id="6" name="Rectangle 5"/>
          <p:cNvSpPr/>
          <p:nvPr/>
        </p:nvSpPr>
        <p:spPr>
          <a:xfrm>
            <a:off x="-879866" y="207203"/>
            <a:ext cx="4614042" cy="6516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Example</a:t>
            </a:r>
          </a:p>
        </p:txBody>
      </p:sp>
      <p:pic>
        <p:nvPicPr>
          <p:cNvPr id="3076" name="Picture 4"/>
          <p:cNvPicPr>
            <a:picLocks noChangeAspect="1" noChangeArrowheads="1"/>
          </p:cNvPicPr>
          <p:nvPr/>
        </p:nvPicPr>
        <p:blipFill>
          <a:blip r:embed="rId3"/>
          <a:srcRect/>
          <a:stretch>
            <a:fillRect/>
          </a:stretch>
        </p:blipFill>
        <p:spPr bwMode="auto">
          <a:xfrm>
            <a:off x="431745" y="2121774"/>
            <a:ext cx="6757331" cy="1966748"/>
          </a:xfrm>
          <a:prstGeom prst="rect">
            <a:avLst/>
          </a:prstGeom>
          <a:noFill/>
          <a:ln w="9525">
            <a:noFill/>
            <a:miter lim="800000"/>
            <a:headEnd/>
            <a:tailEnd/>
          </a:ln>
          <a:effectLst/>
        </p:spPr>
      </p:pic>
      <p:sp>
        <p:nvSpPr>
          <p:cNvPr id="9" name="Rectangle 8"/>
          <p:cNvSpPr/>
          <p:nvPr/>
        </p:nvSpPr>
        <p:spPr>
          <a:xfrm>
            <a:off x="2186151" y="4141076"/>
            <a:ext cx="3079531" cy="4309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TFIDF Calculation</a:t>
            </a:r>
          </a:p>
        </p:txBody>
      </p:sp>
      <p:sp>
        <p:nvSpPr>
          <p:cNvPr id="10" name="Rectangle 9"/>
          <p:cNvSpPr/>
          <p:nvPr/>
        </p:nvSpPr>
        <p:spPr>
          <a:xfrm>
            <a:off x="1828800" y="1734207"/>
            <a:ext cx="4466896" cy="2942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dirty="0"/>
          </a:p>
          <a:p>
            <a:pPr algn="ctr"/>
            <a:r>
              <a:rPr lang="en-US" sz="1400" dirty="0">
                <a:solidFill>
                  <a:schemeClr val="tx1"/>
                </a:solidFill>
              </a:rPr>
              <a:t>Table : Word along with frequency in given document</a:t>
            </a:r>
            <a:br>
              <a:rPr lang="en-US" dirty="0">
                <a:solidFill>
                  <a:schemeClr val="bg1"/>
                </a:solidFill>
              </a:rPr>
            </a:br>
            <a:endParaRPr lang="en-US"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dirty="0"/>
              <a:t>Bag of Words </a:t>
            </a:r>
            <a:r>
              <a:rPr lang="en-US" sz="2800" dirty="0" err="1"/>
              <a:t>Vectorization</a:t>
            </a:r>
            <a:endParaRPr lang="en-US" dirty="0"/>
          </a:p>
        </p:txBody>
      </p:sp>
      <p:sp>
        <p:nvSpPr>
          <p:cNvPr id="4" name="Content Placeholder 3"/>
          <p:cNvSpPr>
            <a:spLocks noGrp="1"/>
          </p:cNvSpPr>
          <p:nvPr>
            <p:ph idx="1"/>
          </p:nvPr>
        </p:nvSpPr>
        <p:spPr/>
        <p:txBody>
          <a:bodyPr vert="horz" lIns="91440" tIns="45720" rIns="91440" bIns="45720" rtlCol="0" anchor="t">
            <a:normAutofit/>
          </a:bodyPr>
          <a:lstStyle/>
          <a:p>
            <a:pPr>
              <a:buFont typeface="Wingdings" charset="2"/>
              <a:buChar char="Ø"/>
            </a:pPr>
            <a:r>
              <a:rPr lang="en-US" dirty="0"/>
              <a:t>CountVectorizer is a tool used in </a:t>
            </a:r>
            <a:r>
              <a:rPr lang="en-US" sz="1400" dirty="0"/>
              <a:t>natural</a:t>
            </a:r>
            <a:r>
              <a:rPr lang="en-US" dirty="0"/>
              <a:t> language processing (NLP) to convert a collection of text documents into a matrix of token counts.</a:t>
            </a:r>
            <a:endParaRPr lang="en-US"/>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22</a:t>
            </a:fld>
            <a:endParaRPr lang="en" dirty="0"/>
          </a:p>
        </p:txBody>
      </p:sp>
      <p:pic>
        <p:nvPicPr>
          <p:cNvPr id="4099" name="Picture 3"/>
          <p:cNvPicPr>
            <a:picLocks noChangeAspect="1" noChangeArrowheads="1"/>
          </p:cNvPicPr>
          <p:nvPr/>
        </p:nvPicPr>
        <p:blipFill>
          <a:blip r:embed="rId2"/>
          <a:srcRect/>
          <a:stretch>
            <a:fillRect/>
          </a:stretch>
        </p:blipFill>
        <p:spPr bwMode="auto">
          <a:xfrm>
            <a:off x="515007" y="2394225"/>
            <a:ext cx="6253655" cy="664286"/>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483476" y="3752029"/>
            <a:ext cx="6327228" cy="651805"/>
          </a:xfrm>
          <a:prstGeom prst="rect">
            <a:avLst/>
          </a:prstGeom>
          <a:noFill/>
          <a:ln w="9525">
            <a:noFill/>
            <a:miter lim="800000"/>
            <a:headEnd/>
            <a:tailEnd/>
          </a:ln>
          <a:effectLst/>
        </p:spPr>
      </p:pic>
      <p:sp>
        <p:nvSpPr>
          <p:cNvPr id="8" name="Rectangle 7"/>
          <p:cNvSpPr/>
          <p:nvPr/>
        </p:nvSpPr>
        <p:spPr>
          <a:xfrm>
            <a:off x="1839311" y="3048000"/>
            <a:ext cx="2921876"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Representation in Theory</a:t>
            </a:r>
          </a:p>
        </p:txBody>
      </p:sp>
      <p:sp>
        <p:nvSpPr>
          <p:cNvPr id="9" name="Rectangle 8"/>
          <p:cNvSpPr/>
          <p:nvPr/>
        </p:nvSpPr>
        <p:spPr>
          <a:xfrm>
            <a:off x="1776248" y="4382813"/>
            <a:ext cx="3111062" cy="325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Representation in Practice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20E-0666-80C6-9777-8ECD62804466}"/>
              </a:ext>
            </a:extLst>
          </p:cNvPr>
          <p:cNvSpPr>
            <a:spLocks noGrp="1"/>
          </p:cNvSpPr>
          <p:nvPr>
            <p:ph type="title"/>
          </p:nvPr>
        </p:nvSpPr>
        <p:spPr>
          <a:xfrm>
            <a:off x="727650" y="647581"/>
            <a:ext cx="7688700" cy="535200"/>
          </a:xfrm>
        </p:spPr>
        <p:txBody>
          <a:bodyPr/>
          <a:lstStyle/>
          <a:p>
            <a:r>
              <a:rPr lang="en-US" dirty="0"/>
              <a:t>Modeling</a:t>
            </a:r>
          </a:p>
        </p:txBody>
      </p:sp>
      <p:sp>
        <p:nvSpPr>
          <p:cNvPr id="3" name="Text Placeholder 2">
            <a:extLst>
              <a:ext uri="{FF2B5EF4-FFF2-40B4-BE49-F238E27FC236}">
                <a16:creationId xmlns:a16="http://schemas.microsoft.com/office/drawing/2014/main" id="{695ADE50-F2D1-99E9-4B35-0D5FA9092159}"/>
              </a:ext>
            </a:extLst>
          </p:cNvPr>
          <p:cNvSpPr>
            <a:spLocks noGrp="1"/>
          </p:cNvSpPr>
          <p:nvPr>
            <p:ph type="body" idx="1"/>
          </p:nvPr>
        </p:nvSpPr>
        <p:spPr>
          <a:xfrm>
            <a:off x="812710" y="1441200"/>
            <a:ext cx="7688700" cy="2261100"/>
          </a:xfrm>
        </p:spPr>
        <p:txBody>
          <a:bodyPr/>
          <a:lstStyle/>
          <a:p>
            <a:pPr marL="146050" indent="0">
              <a:buNone/>
            </a:pPr>
            <a:r>
              <a:rPr lang="en-US" sz="2000" dirty="0"/>
              <a:t>We have used Naive Bayes and Logistic Regression Algorithm to train our model.</a:t>
            </a:r>
            <a:endParaRPr lang="en-US" sz="1500" dirty="0"/>
          </a:p>
        </p:txBody>
      </p:sp>
      <p:sp>
        <p:nvSpPr>
          <p:cNvPr id="6" name="Slide Number Placeholder 5">
            <a:extLst>
              <a:ext uri="{FF2B5EF4-FFF2-40B4-BE49-F238E27FC236}">
                <a16:creationId xmlns:a16="http://schemas.microsoft.com/office/drawing/2014/main" id="{7F95D348-79A5-C521-B6AB-3D9FD87C64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23</a:t>
            </a:fld>
            <a:endParaRPr lang="en"/>
          </a:p>
        </p:txBody>
      </p:sp>
    </p:spTree>
    <p:extLst>
      <p:ext uri="{BB962C8B-B14F-4D97-AF65-F5344CB8AC3E}">
        <p14:creationId xmlns:p14="http://schemas.microsoft.com/office/powerpoint/2010/main" val="2650207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15E92-6395-6348-177D-CEF788E66844}"/>
              </a:ext>
            </a:extLst>
          </p:cNvPr>
          <p:cNvSpPr>
            <a:spLocks noGrp="1"/>
          </p:cNvSpPr>
          <p:nvPr>
            <p:ph type="title"/>
          </p:nvPr>
        </p:nvSpPr>
        <p:spPr>
          <a:xfrm>
            <a:off x="729450" y="517066"/>
            <a:ext cx="7688700" cy="535200"/>
          </a:xfrm>
        </p:spPr>
        <p:txBody>
          <a:bodyPr/>
          <a:lstStyle/>
          <a:p>
            <a:r>
              <a:rPr lang="en-US" dirty="0"/>
              <a:t>Logistic Regression(LR) </a:t>
            </a:r>
            <a:endParaRPr lang="en-US" dirty="0">
              <a:ea typeface="+mj-lt"/>
              <a:cs typeface="+mj-lt"/>
            </a:endParaRPr>
          </a:p>
          <a:p>
            <a:endParaRPr lang="en-US" dirty="0"/>
          </a:p>
        </p:txBody>
      </p:sp>
      <p:sp>
        <p:nvSpPr>
          <p:cNvPr id="3" name="Text Placeholder 2">
            <a:extLst>
              <a:ext uri="{FF2B5EF4-FFF2-40B4-BE49-F238E27FC236}">
                <a16:creationId xmlns:a16="http://schemas.microsoft.com/office/drawing/2014/main" id="{DD76CFEE-28AA-0670-BD02-B3236C87A9D7}"/>
              </a:ext>
            </a:extLst>
          </p:cNvPr>
          <p:cNvSpPr>
            <a:spLocks noGrp="1"/>
          </p:cNvSpPr>
          <p:nvPr>
            <p:ph type="body" idx="1"/>
          </p:nvPr>
        </p:nvSpPr>
        <p:spPr>
          <a:xfrm>
            <a:off x="729450" y="1319837"/>
            <a:ext cx="7688700" cy="2261100"/>
          </a:xfrm>
        </p:spPr>
        <p:txBody>
          <a:bodyPr/>
          <a:lstStyle/>
          <a:p>
            <a:pPr>
              <a:buFont typeface="Wingdings" charset="2"/>
              <a:buChar char="Ø"/>
            </a:pPr>
            <a:r>
              <a:rPr lang="en-US" dirty="0"/>
              <a:t>We have used Logistic Regression algorithm implemented in scikit-learn library and found following score with default parameters:</a:t>
            </a:r>
          </a:p>
        </p:txBody>
      </p:sp>
      <p:sp>
        <p:nvSpPr>
          <p:cNvPr id="4" name="Slide Number Placeholder 3">
            <a:extLst>
              <a:ext uri="{FF2B5EF4-FFF2-40B4-BE49-F238E27FC236}">
                <a16:creationId xmlns:a16="http://schemas.microsoft.com/office/drawing/2014/main" id="{9DBDE306-1674-E71B-6BFA-C4DD121A2E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lang="en"/>
          </a:p>
        </p:txBody>
      </p:sp>
      <p:graphicFrame>
        <p:nvGraphicFramePr>
          <p:cNvPr id="6" name="Table 8">
            <a:extLst>
              <a:ext uri="{FF2B5EF4-FFF2-40B4-BE49-F238E27FC236}">
                <a16:creationId xmlns:a16="http://schemas.microsoft.com/office/drawing/2014/main" id="{693F90D1-8934-F6F8-7438-DF8B1DB38F99}"/>
              </a:ext>
            </a:extLst>
          </p:cNvPr>
          <p:cNvGraphicFramePr>
            <a:graphicFrameLocks noGrp="1"/>
          </p:cNvGraphicFramePr>
          <p:nvPr>
            <p:extLst>
              <p:ext uri="{D42A27DB-BD31-4B8C-83A1-F6EECF244321}">
                <p14:modId xmlns:p14="http://schemas.microsoft.com/office/powerpoint/2010/main" val="705850115"/>
              </p:ext>
            </p:extLst>
          </p:nvPr>
        </p:nvGraphicFramePr>
        <p:xfrm>
          <a:off x="3263189" y="2044017"/>
          <a:ext cx="2438400" cy="1854199"/>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441687413"/>
                    </a:ext>
                  </a:extLst>
                </a:gridCol>
                <a:gridCol w="1219200">
                  <a:extLst>
                    <a:ext uri="{9D8B030D-6E8A-4147-A177-3AD203B41FA5}">
                      <a16:colId xmlns:a16="http://schemas.microsoft.com/office/drawing/2014/main" val="2243288470"/>
                    </a:ext>
                  </a:extLst>
                </a:gridCol>
              </a:tblGrid>
              <a:tr h="370840">
                <a:tc>
                  <a:txBody>
                    <a:bodyPr/>
                    <a:lstStyle/>
                    <a:p>
                      <a:r>
                        <a:rPr lang="en-US" dirty="0"/>
                        <a:t>Metrics</a:t>
                      </a:r>
                    </a:p>
                  </a:txBody>
                  <a:tcPr/>
                </a:tc>
                <a:tc>
                  <a:txBody>
                    <a:bodyPr/>
                    <a:lstStyle/>
                    <a:p>
                      <a:r>
                        <a:rPr lang="en-US" dirty="0"/>
                        <a:t>Result</a:t>
                      </a:r>
                    </a:p>
                  </a:txBody>
                  <a:tcPr/>
                </a:tc>
                <a:extLst>
                  <a:ext uri="{0D108BD9-81ED-4DB2-BD59-A6C34878D82A}">
                    <a16:rowId xmlns:a16="http://schemas.microsoft.com/office/drawing/2014/main" val="535799402"/>
                  </a:ext>
                </a:extLst>
              </a:tr>
              <a:tr h="370840">
                <a:tc>
                  <a:txBody>
                    <a:bodyPr/>
                    <a:lstStyle/>
                    <a:p>
                      <a:r>
                        <a:rPr lang="en-US" dirty="0"/>
                        <a:t>Accuracy</a:t>
                      </a:r>
                    </a:p>
                  </a:txBody>
                  <a:tcPr/>
                </a:tc>
                <a:tc>
                  <a:txBody>
                    <a:bodyPr/>
                    <a:lstStyle/>
                    <a:p>
                      <a:r>
                        <a:rPr lang="en-US" dirty="0">
                          <a:effectLst/>
                          <a:latin typeface="Arial"/>
                        </a:rPr>
                        <a:t>0.9429</a:t>
                      </a:r>
                      <a:endParaRPr lang="en-US" dirty="0"/>
                    </a:p>
                  </a:txBody>
                  <a:tcPr/>
                </a:tc>
                <a:extLst>
                  <a:ext uri="{0D108BD9-81ED-4DB2-BD59-A6C34878D82A}">
                    <a16:rowId xmlns:a16="http://schemas.microsoft.com/office/drawing/2014/main" val="3063039423"/>
                  </a:ext>
                </a:extLst>
              </a:tr>
              <a:tr h="370840">
                <a:tc>
                  <a:txBody>
                    <a:bodyPr/>
                    <a:lstStyle/>
                    <a:p>
                      <a:r>
                        <a:rPr lang="en-US" dirty="0"/>
                        <a:t>Precision</a:t>
                      </a:r>
                    </a:p>
                  </a:txBody>
                  <a:tcPr/>
                </a:tc>
                <a:tc>
                  <a:txBody>
                    <a:bodyPr/>
                    <a:lstStyle/>
                    <a:p>
                      <a:r>
                        <a:rPr lang="en-US" dirty="0">
                          <a:effectLst/>
                          <a:latin typeface="Arial"/>
                        </a:rPr>
                        <a:t>0.9036</a:t>
                      </a:r>
                      <a:endParaRPr lang="en-US" dirty="0"/>
                    </a:p>
                  </a:txBody>
                  <a:tcPr/>
                </a:tc>
                <a:extLst>
                  <a:ext uri="{0D108BD9-81ED-4DB2-BD59-A6C34878D82A}">
                    <a16:rowId xmlns:a16="http://schemas.microsoft.com/office/drawing/2014/main" val="4124050173"/>
                  </a:ext>
                </a:extLst>
              </a:tr>
              <a:tr h="370840">
                <a:tc>
                  <a:txBody>
                    <a:bodyPr/>
                    <a:lstStyle/>
                    <a:p>
                      <a:r>
                        <a:rPr lang="en-US" dirty="0"/>
                        <a:t>F1 Score</a:t>
                      </a:r>
                    </a:p>
                  </a:txBody>
                  <a:tcPr/>
                </a:tc>
                <a:tc>
                  <a:txBody>
                    <a:bodyPr/>
                    <a:lstStyle/>
                    <a:p>
                      <a:r>
                        <a:rPr lang="en-US" dirty="0">
                          <a:effectLst/>
                          <a:latin typeface="Arial"/>
                        </a:rPr>
                        <a:t>0.5886</a:t>
                      </a:r>
                      <a:endParaRPr lang="en-US" dirty="0"/>
                    </a:p>
                  </a:txBody>
                  <a:tcPr/>
                </a:tc>
                <a:extLst>
                  <a:ext uri="{0D108BD9-81ED-4DB2-BD59-A6C34878D82A}">
                    <a16:rowId xmlns:a16="http://schemas.microsoft.com/office/drawing/2014/main" val="465826387"/>
                  </a:ext>
                </a:extLst>
              </a:tr>
              <a:tr h="370839">
                <a:tc>
                  <a:txBody>
                    <a:bodyPr/>
                    <a:lstStyle/>
                    <a:p>
                      <a:pPr lvl="0">
                        <a:buNone/>
                      </a:pPr>
                      <a:r>
                        <a:rPr lang="en-US" dirty="0"/>
                        <a:t>Recall</a:t>
                      </a:r>
                    </a:p>
                  </a:txBody>
                  <a:tcPr/>
                </a:tc>
                <a:tc>
                  <a:txBody>
                    <a:bodyPr/>
                    <a:lstStyle/>
                    <a:p>
                      <a:pPr lvl="0">
                        <a:buNone/>
                      </a:pPr>
                      <a:r>
                        <a:rPr lang="en-US" dirty="0">
                          <a:effectLst/>
                          <a:latin typeface="Arial"/>
                        </a:rPr>
                        <a:t>0.7377</a:t>
                      </a:r>
                    </a:p>
                  </a:txBody>
                  <a:tcPr/>
                </a:tc>
                <a:extLst>
                  <a:ext uri="{0D108BD9-81ED-4DB2-BD59-A6C34878D82A}">
                    <a16:rowId xmlns:a16="http://schemas.microsoft.com/office/drawing/2014/main" val="858183119"/>
                  </a:ext>
                </a:extLst>
              </a:tr>
            </a:tbl>
          </a:graphicData>
        </a:graphic>
      </p:graphicFrame>
      <p:sp>
        <p:nvSpPr>
          <p:cNvPr id="8" name="Rectangle 7">
            <a:extLst>
              <a:ext uri="{FF2B5EF4-FFF2-40B4-BE49-F238E27FC236}">
                <a16:creationId xmlns:a16="http://schemas.microsoft.com/office/drawing/2014/main" id="{B34A7A6F-D1DE-F461-F182-128AB2C0E1DF}"/>
              </a:ext>
            </a:extLst>
          </p:cNvPr>
          <p:cNvSpPr/>
          <p:nvPr/>
        </p:nvSpPr>
        <p:spPr>
          <a:xfrm>
            <a:off x="2787545" y="4056047"/>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LR Metrics with default parameters</a:t>
            </a:r>
          </a:p>
        </p:txBody>
      </p:sp>
    </p:spTree>
    <p:extLst>
      <p:ext uri="{BB962C8B-B14F-4D97-AF65-F5344CB8AC3E}">
        <p14:creationId xmlns:p14="http://schemas.microsoft.com/office/powerpoint/2010/main" val="107368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1B10825-7B4A-D63C-79AD-AC0939003843}"/>
              </a:ext>
            </a:extLst>
          </p:cNvPr>
          <p:cNvSpPr>
            <a:spLocks noGrp="1"/>
          </p:cNvSpPr>
          <p:nvPr>
            <p:ph type="body" idx="1"/>
          </p:nvPr>
        </p:nvSpPr>
        <p:spPr/>
        <p:txBody>
          <a:bodyPr/>
          <a:lstStyle/>
          <a:p>
            <a:pPr>
              <a:buFont typeface="Wingdings" charset="2"/>
              <a:buChar char="Ø"/>
            </a:pPr>
            <a:r>
              <a:rPr lang="en-US" dirty="0">
                <a:ea typeface="+mn-lt"/>
                <a:cs typeface="+mn-lt"/>
              </a:rPr>
              <a:t>We have then used </a:t>
            </a:r>
            <a:r>
              <a:rPr lang="en-US" dirty="0" err="1">
                <a:ea typeface="+mn-lt"/>
                <a:cs typeface="+mn-lt"/>
              </a:rPr>
              <a:t>GridSearchCV</a:t>
            </a:r>
            <a:r>
              <a:rPr lang="en-US" dirty="0">
                <a:ea typeface="+mn-lt"/>
                <a:cs typeface="+mn-lt"/>
              </a:rPr>
              <a:t> of Scikit-Learn library to find the optimal parameters of Logistic Regression Model.</a:t>
            </a:r>
            <a:endParaRPr lang="en-US" dirty="0"/>
          </a:p>
        </p:txBody>
      </p:sp>
      <p:sp>
        <p:nvSpPr>
          <p:cNvPr id="4" name="Slide Number Placeholder 3">
            <a:extLst>
              <a:ext uri="{FF2B5EF4-FFF2-40B4-BE49-F238E27FC236}">
                <a16:creationId xmlns:a16="http://schemas.microsoft.com/office/drawing/2014/main" id="{429DBCE6-F727-37FB-AF77-CB5464382A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25</a:t>
            </a:fld>
            <a:endParaRPr lang="en"/>
          </a:p>
        </p:txBody>
      </p:sp>
    </p:spTree>
    <p:extLst>
      <p:ext uri="{BB962C8B-B14F-4D97-AF65-F5344CB8AC3E}">
        <p14:creationId xmlns:p14="http://schemas.microsoft.com/office/powerpoint/2010/main" val="192599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12685691" cy="5665005"/>
            <a:chOff x="0" y="-8467"/>
            <a:chExt cx="16914253" cy="7553340"/>
          </a:xfrm>
        </p:grpSpPr>
        <p:cxnSp>
          <p:nvCxnSpPr>
            <p:cNvPr id="22" name="Straight Connector 24">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654585" y="3734873"/>
              <a:ext cx="3259668"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Isosceles Triangle 32">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Isosceles Triangle 33">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6" name="Rectangle 35">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23BF71-437D-E627-37A7-6951C6F6944E}"/>
              </a:ext>
            </a:extLst>
          </p:cNvPr>
          <p:cNvSpPr>
            <a:spLocks noGrp="1"/>
          </p:cNvSpPr>
          <p:nvPr>
            <p:ph type="title"/>
          </p:nvPr>
        </p:nvSpPr>
        <p:spPr>
          <a:xfrm>
            <a:off x="782962" y="884363"/>
            <a:ext cx="2475485" cy="3347917"/>
          </a:xfrm>
        </p:spPr>
        <p:txBody>
          <a:bodyPr vert="horz" lIns="91440" tIns="45720" rIns="91440" bIns="45720" rtlCol="0" anchor="ctr">
            <a:normAutofit/>
          </a:bodyPr>
          <a:lstStyle/>
          <a:p>
            <a:pPr defTabSz="457200">
              <a:spcBef>
                <a:spcPct val="0"/>
              </a:spcBef>
            </a:pPr>
            <a:r>
              <a:rPr lang="en-US" sz="2800" dirty="0">
                <a:solidFill>
                  <a:schemeClr val="accent1"/>
                </a:solidFill>
              </a:rPr>
              <a:t>Hyperparameter Tuning Using </a:t>
            </a:r>
            <a:r>
              <a:rPr lang="en-US" sz="2800" dirty="0" err="1">
                <a:solidFill>
                  <a:schemeClr val="accent1"/>
                </a:solidFill>
              </a:rPr>
              <a:t>GridSearchCV</a:t>
            </a:r>
            <a:r>
              <a:rPr lang="en-US" sz="2800" dirty="0">
                <a:solidFill>
                  <a:schemeClr val="accent1"/>
                </a:solidFill>
              </a:rPr>
              <a:t> </a:t>
            </a:r>
          </a:p>
        </p:txBody>
      </p:sp>
      <p:sp>
        <p:nvSpPr>
          <p:cNvPr id="38" name="Isosceles Triangle 37">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09900"/>
            <a:ext cx="336549" cy="21336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cxnSp>
        <p:nvCxnSpPr>
          <p:cNvPr id="40" name="Straight Connector 39">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2502" y="1081946"/>
            <a:ext cx="0" cy="295275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128A3A3A-1113-33B3-DE3B-58CC1E36ABD4}"/>
              </a:ext>
            </a:extLst>
          </p:cNvPr>
          <p:cNvSpPr>
            <a:spLocks noGrp="1"/>
          </p:cNvSpPr>
          <p:nvPr>
            <p:ph type="body" idx="1"/>
          </p:nvPr>
        </p:nvSpPr>
        <p:spPr>
          <a:xfrm>
            <a:off x="3838097" y="846702"/>
            <a:ext cx="4755762" cy="3452925"/>
          </a:xfrm>
        </p:spPr>
        <p:txBody>
          <a:bodyPr vert="horz" lIns="91440" tIns="45720" rIns="91440" bIns="45720" rtlCol="0" anchor="ctr">
            <a:normAutofit/>
          </a:bodyPr>
          <a:lstStyle/>
          <a:p>
            <a:pPr marL="146050" indent="0" defTabSz="457200">
              <a:spcBef>
                <a:spcPts val="1000"/>
              </a:spcBef>
              <a:buSzPct val="80000"/>
              <a:buNone/>
            </a:pPr>
            <a:endParaRPr lang="en-US" dirty="0"/>
          </a:p>
          <a:p>
            <a:pPr defTabSz="457200">
              <a:spcBef>
                <a:spcPts val="1000"/>
              </a:spcBef>
              <a:buSzPct val="80000"/>
              <a:buFont typeface="Wingdings" charset="2"/>
              <a:buChar char="Ø"/>
            </a:pPr>
            <a:r>
              <a:rPr lang="en-US" dirty="0"/>
              <a:t>We have analyzed the combination of following parameters:</a:t>
            </a:r>
          </a:p>
          <a:p>
            <a:pPr defTabSz="457200">
              <a:spcBef>
                <a:spcPts val="1000"/>
              </a:spcBef>
              <a:buSzPct val="80000"/>
              <a:buFont typeface="Wingdings" charset="2"/>
              <a:buChar char="ü"/>
            </a:pPr>
            <a:r>
              <a:rPr lang="en-US" dirty="0">
                <a:ea typeface="+mn-lt"/>
                <a:cs typeface="+mn-lt"/>
              </a:rPr>
              <a:t>solvers = [’newton-cg’,</a:t>
            </a:r>
            <a:r>
              <a:rPr lang="en-US" dirty="0"/>
              <a:t>’</a:t>
            </a:r>
            <a:r>
              <a:rPr lang="en-US" dirty="0" err="1"/>
              <a:t>lbfgs</a:t>
            </a:r>
            <a:r>
              <a:rPr lang="en-US" dirty="0"/>
              <a:t>’, ’</a:t>
            </a:r>
            <a:r>
              <a:rPr lang="en-US" dirty="0" err="1"/>
              <a:t>liblinear</a:t>
            </a:r>
            <a:r>
              <a:rPr lang="en-US" dirty="0"/>
              <a:t>’]</a:t>
            </a:r>
            <a:endParaRPr lang="en-US" dirty="0">
              <a:ea typeface="+mn-lt"/>
              <a:cs typeface="+mn-lt"/>
            </a:endParaRPr>
          </a:p>
          <a:p>
            <a:pPr defTabSz="457200">
              <a:spcBef>
                <a:spcPts val="1000"/>
              </a:spcBef>
              <a:buSzPct val="80000"/>
              <a:buFont typeface="Wingdings" charset="2"/>
              <a:buChar char="ü"/>
            </a:pPr>
            <a:r>
              <a:rPr lang="en-US" dirty="0">
                <a:ea typeface="+mn-lt"/>
                <a:cs typeface="+mn-lt"/>
              </a:rPr>
              <a:t> penalty = [’l2’]</a:t>
            </a:r>
            <a:endParaRPr lang="en-US" dirty="0"/>
          </a:p>
          <a:p>
            <a:pPr defTabSz="457200">
              <a:spcBef>
                <a:spcPts val="1000"/>
              </a:spcBef>
              <a:buSzPct val="80000"/>
              <a:buFont typeface="Wingdings" charset="2"/>
              <a:buChar char="ü"/>
            </a:pPr>
            <a:r>
              <a:rPr lang="en-US" dirty="0"/>
              <a:t> c values = [100, 10, 1.0, 0.1, 0.01]                 </a:t>
            </a:r>
            <a:endParaRPr lang="en-US" dirty="0">
              <a:ea typeface="+mn-lt"/>
              <a:cs typeface="+mn-lt"/>
            </a:endParaRPr>
          </a:p>
          <a:p>
            <a:pPr defTabSz="457200">
              <a:spcBef>
                <a:spcPts val="1000"/>
              </a:spcBef>
              <a:buSzPct val="80000"/>
              <a:buFont typeface="Wingdings" charset="2"/>
              <a:buChar char="ü"/>
            </a:pPr>
            <a:endParaRPr lang="en-US" dirty="0"/>
          </a:p>
          <a:p>
            <a:pPr marL="146050" indent="0" defTabSz="457200">
              <a:spcBef>
                <a:spcPts val="1000"/>
              </a:spcBef>
              <a:buSzPct val="80000"/>
              <a:buNone/>
            </a:pPr>
            <a:r>
              <a:rPr lang="en-US" dirty="0"/>
              <a:t>           </a:t>
            </a:r>
          </a:p>
        </p:txBody>
      </p:sp>
      <p:sp>
        <p:nvSpPr>
          <p:cNvPr id="42" name="Isosceles Triangle 41">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23104" y="0"/>
            <a:ext cx="631947" cy="3462216"/>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9D0BAF74-5AFE-2880-0D50-23619AEC94BD}"/>
              </a:ext>
            </a:extLst>
          </p:cNvPr>
          <p:cNvSpPr>
            <a:spLocks noGrp="1"/>
          </p:cNvSpPr>
          <p:nvPr>
            <p:ph type="sldNum" idx="12"/>
          </p:nvPr>
        </p:nvSpPr>
        <p:spPr>
          <a:xfrm>
            <a:off x="6442997" y="4531021"/>
            <a:ext cx="512504" cy="273844"/>
          </a:xfrm>
        </p:spPr>
        <p:txBody>
          <a:bodyPr vert="horz" lIns="91440" tIns="45720" rIns="91440" bIns="45720" rtlCol="0" anchor="ctr">
            <a:normAutofit/>
          </a:bodyPr>
          <a:lstStyle/>
          <a:p>
            <a:pPr lvl="0" indent="0">
              <a:lnSpc>
                <a:spcPct val="90000"/>
              </a:lnSpc>
              <a:spcBef>
                <a:spcPts val="0"/>
              </a:spcBef>
              <a:spcAft>
                <a:spcPts val="600"/>
              </a:spcAft>
              <a:buNone/>
            </a:pPr>
            <a:fld id="{00000000-1234-1234-1234-123412341234}" type="slidenum">
              <a:rPr lang="en-US" sz="700" kern="1200" dirty="0">
                <a:solidFill>
                  <a:schemeClr val="accent1"/>
                </a:solidFill>
                <a:latin typeface="+mn-lt"/>
                <a:ea typeface="+mn-ea"/>
                <a:cs typeface="+mn-cs"/>
              </a:rPr>
              <a:pPr lvl="0" indent="0">
                <a:lnSpc>
                  <a:spcPct val="90000"/>
                </a:lnSpc>
                <a:spcBef>
                  <a:spcPts val="0"/>
                </a:spcBef>
                <a:spcAft>
                  <a:spcPts val="600"/>
                </a:spcAft>
                <a:buNone/>
              </a:pPr>
              <a:t>26</a:t>
            </a:fld>
            <a:endParaRPr lang="en-US" sz="700" kern="1200" dirty="0">
              <a:solidFill>
                <a:schemeClr val="accent1"/>
              </a:solidFill>
              <a:latin typeface="+mn-lt"/>
              <a:ea typeface="+mn-ea"/>
              <a:cs typeface="+mn-cs"/>
            </a:endParaRPr>
          </a:p>
        </p:txBody>
      </p:sp>
    </p:spTree>
    <p:extLst>
      <p:ext uri="{BB962C8B-B14F-4D97-AF65-F5344CB8AC3E}">
        <p14:creationId xmlns:p14="http://schemas.microsoft.com/office/powerpoint/2010/main" val="2931917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6" descr="Table&#10;&#10;Description automatically generated">
            <a:extLst>
              <a:ext uri="{FF2B5EF4-FFF2-40B4-BE49-F238E27FC236}">
                <a16:creationId xmlns:a16="http://schemas.microsoft.com/office/drawing/2014/main" id="{C1721C1A-2E54-DED9-FF4F-669C04C6CD86}"/>
              </a:ext>
            </a:extLst>
          </p:cNvPr>
          <p:cNvPicPr>
            <a:picLocks noChangeAspect="1"/>
          </p:cNvPicPr>
          <p:nvPr/>
        </p:nvPicPr>
        <p:blipFill>
          <a:blip r:embed="rId2"/>
          <a:stretch>
            <a:fillRect/>
          </a:stretch>
        </p:blipFill>
        <p:spPr>
          <a:xfrm>
            <a:off x="843196" y="1166845"/>
            <a:ext cx="3487503" cy="2816158"/>
          </a:xfrm>
          <a:prstGeom prst="rect">
            <a:avLst/>
          </a:prstGeom>
        </p:spPr>
      </p:pic>
      <p:pic>
        <p:nvPicPr>
          <p:cNvPr id="5" name="Picture 5" descr="Table&#10;&#10;Description automatically generated">
            <a:extLst>
              <a:ext uri="{FF2B5EF4-FFF2-40B4-BE49-F238E27FC236}">
                <a16:creationId xmlns:a16="http://schemas.microsoft.com/office/drawing/2014/main" id="{79F0D16C-A354-875F-4837-514FE5AC9933}"/>
              </a:ext>
            </a:extLst>
          </p:cNvPr>
          <p:cNvPicPr>
            <a:picLocks noChangeAspect="1"/>
          </p:cNvPicPr>
          <p:nvPr/>
        </p:nvPicPr>
        <p:blipFill>
          <a:blip r:embed="rId3"/>
          <a:stretch>
            <a:fillRect/>
          </a:stretch>
        </p:blipFill>
        <p:spPr>
          <a:xfrm>
            <a:off x="4810775" y="1219157"/>
            <a:ext cx="3487503" cy="2711533"/>
          </a:xfrm>
          <a:prstGeom prst="rect">
            <a:avLst/>
          </a:prstGeom>
        </p:spPr>
      </p:pic>
      <p:sp>
        <p:nvSpPr>
          <p:cNvPr id="4" name="Slide Number Placeholder 3">
            <a:extLst>
              <a:ext uri="{FF2B5EF4-FFF2-40B4-BE49-F238E27FC236}">
                <a16:creationId xmlns:a16="http://schemas.microsoft.com/office/drawing/2014/main" id="{45B54BF1-D3CB-9ABB-A637-56BC5BA77C9E}"/>
              </a:ext>
            </a:extLst>
          </p:cNvPr>
          <p:cNvSpPr>
            <a:spLocks noGrp="1"/>
          </p:cNvSpPr>
          <p:nvPr>
            <p:ph type="sldNum" sz="quarter" idx="12"/>
          </p:nvPr>
        </p:nvSpPr>
        <p:spPr/>
        <p:txBody>
          <a:bodyPr>
            <a:normAutofit/>
          </a:bodyPr>
          <a:lstStyle/>
          <a:p>
            <a:pPr marL="0" lvl="0" indent="0" rtl="0">
              <a:spcBef>
                <a:spcPts val="0"/>
              </a:spcBef>
              <a:spcAft>
                <a:spcPts val="600"/>
              </a:spcAft>
              <a:buNone/>
            </a:pPr>
            <a:fld id="{00000000-1234-1234-1234-123412341234}" type="slidenum">
              <a:rPr lang="en">
                <a:solidFill>
                  <a:srgbClr val="FFFFFF"/>
                </a:solidFill>
              </a:rPr>
              <a:pPr marL="0" lvl="0" indent="0" rtl="0">
                <a:spcBef>
                  <a:spcPts val="0"/>
                </a:spcBef>
                <a:spcAft>
                  <a:spcPts val="600"/>
                </a:spcAft>
                <a:buNone/>
              </a:pPr>
              <a:t>27</a:t>
            </a:fld>
            <a:endParaRPr lang="en">
              <a:solidFill>
                <a:srgbClr val="FFFFFF"/>
              </a:solidFill>
            </a:endParaRPr>
          </a:p>
        </p:txBody>
      </p:sp>
      <p:sp>
        <p:nvSpPr>
          <p:cNvPr id="9" name="Rectangle 8">
            <a:extLst>
              <a:ext uri="{FF2B5EF4-FFF2-40B4-BE49-F238E27FC236}">
                <a16:creationId xmlns:a16="http://schemas.microsoft.com/office/drawing/2014/main" id="{60E0C353-AC6B-29A6-55EE-D6025DB5A355}"/>
              </a:ext>
            </a:extLst>
          </p:cNvPr>
          <p:cNvSpPr/>
          <p:nvPr/>
        </p:nvSpPr>
        <p:spPr>
          <a:xfrm>
            <a:off x="74409" y="4189226"/>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a:t>
            </a:r>
            <a:r>
              <a:rPr lang="en-US" sz="1400" dirty="0" err="1">
                <a:solidFill>
                  <a:schemeClr val="tx1"/>
                </a:solidFill>
              </a:rPr>
              <a:t>GridSearchCV</a:t>
            </a:r>
            <a:r>
              <a:rPr lang="en-US" sz="1400" dirty="0">
                <a:solidFill>
                  <a:schemeClr val="tx1"/>
                </a:solidFill>
              </a:rPr>
              <a:t> Result for </a:t>
            </a:r>
            <a:r>
              <a:rPr lang="en-US" sz="1400" dirty="0" err="1">
                <a:solidFill>
                  <a:schemeClr val="tx1"/>
                </a:solidFill>
              </a:rPr>
              <a:t>tf-idf</a:t>
            </a:r>
            <a:r>
              <a:rPr lang="en-US" sz="1400" dirty="0">
                <a:solidFill>
                  <a:schemeClr val="tx1"/>
                </a:solidFill>
              </a:rPr>
              <a:t> Vectorizer</a:t>
            </a:r>
          </a:p>
        </p:txBody>
      </p:sp>
      <p:sp>
        <p:nvSpPr>
          <p:cNvPr id="12" name="Rectangle 11">
            <a:extLst>
              <a:ext uri="{FF2B5EF4-FFF2-40B4-BE49-F238E27FC236}">
                <a16:creationId xmlns:a16="http://schemas.microsoft.com/office/drawing/2014/main" id="{532BD18E-2BAF-AE35-CA62-0693800C6C33}"/>
              </a:ext>
            </a:extLst>
          </p:cNvPr>
          <p:cNvSpPr/>
          <p:nvPr/>
        </p:nvSpPr>
        <p:spPr>
          <a:xfrm>
            <a:off x="4394058" y="4189226"/>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a:t>
            </a:r>
            <a:r>
              <a:rPr lang="en-US" sz="1400" dirty="0" err="1">
                <a:solidFill>
                  <a:schemeClr val="tx1"/>
                </a:solidFill>
                <a:ea typeface="+mn-lt"/>
                <a:cs typeface="+mn-lt"/>
              </a:rPr>
              <a:t>GridSearchCV</a:t>
            </a:r>
            <a:r>
              <a:rPr lang="en-US" sz="1400" dirty="0">
                <a:solidFill>
                  <a:schemeClr val="tx1"/>
                </a:solidFill>
                <a:ea typeface="+mn-lt"/>
                <a:cs typeface="+mn-lt"/>
              </a:rPr>
              <a:t> Result for Bag of Words Vectorizer</a:t>
            </a:r>
            <a:endParaRPr lang="en-US" sz="1400" dirty="0">
              <a:solidFill>
                <a:schemeClr val="tx1"/>
              </a:solidFill>
            </a:endParaRPr>
          </a:p>
        </p:txBody>
      </p:sp>
    </p:spTree>
    <p:extLst>
      <p:ext uri="{BB962C8B-B14F-4D97-AF65-F5344CB8AC3E}">
        <p14:creationId xmlns:p14="http://schemas.microsoft.com/office/powerpoint/2010/main" val="4137338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61F681C-9CD1-9ED2-3B95-BE24AA7023A5}"/>
              </a:ext>
            </a:extLst>
          </p:cNvPr>
          <p:cNvSpPr>
            <a:spLocks noGrp="1"/>
          </p:cNvSpPr>
          <p:nvPr>
            <p:ph idx="1"/>
          </p:nvPr>
        </p:nvSpPr>
        <p:spPr>
          <a:xfrm>
            <a:off x="513875" y="1146473"/>
            <a:ext cx="2790687" cy="2670550"/>
          </a:xfrm>
        </p:spPr>
        <p:txBody>
          <a:bodyPr vert="horz" lIns="91440" tIns="45720" rIns="91440" bIns="45720" rtlCol="0">
            <a:normAutofit/>
          </a:bodyPr>
          <a:lstStyle/>
          <a:p>
            <a:pPr>
              <a:buFont typeface="Wingdings" charset="2"/>
              <a:buChar char="Ø"/>
            </a:pPr>
            <a:r>
              <a:rPr lang="en-US" dirty="0">
                <a:ea typeface="+mn-lt"/>
                <a:cs typeface="+mn-lt"/>
              </a:rPr>
              <a:t>The result shows that the maximum score is 0.987347 using {C: 100, penalty: ’l2’, solver: ’</a:t>
            </a:r>
            <a:r>
              <a:rPr lang="en-US" dirty="0" err="1">
                <a:ea typeface="+mn-lt"/>
                <a:cs typeface="+mn-lt"/>
              </a:rPr>
              <a:t>liblinear</a:t>
            </a:r>
            <a:r>
              <a:rPr lang="en-US" dirty="0">
                <a:ea typeface="+mn-lt"/>
                <a:cs typeface="+mn-lt"/>
              </a:rPr>
              <a:t>} and Bag of Words vectorizer.</a:t>
            </a:r>
            <a:r>
              <a:rPr lang="en-US" dirty="0"/>
              <a:t> </a:t>
            </a:r>
            <a:endParaRPr lang="en-US"/>
          </a:p>
        </p:txBody>
      </p:sp>
      <p:pic>
        <p:nvPicPr>
          <p:cNvPr id="5" name="Picture 5" descr="Chart, line chart&#10;&#10;Description automatically generated">
            <a:extLst>
              <a:ext uri="{FF2B5EF4-FFF2-40B4-BE49-F238E27FC236}">
                <a16:creationId xmlns:a16="http://schemas.microsoft.com/office/drawing/2014/main" id="{C8EFA060-E94F-F015-1D59-BB40CD469146}"/>
              </a:ext>
            </a:extLst>
          </p:cNvPr>
          <p:cNvPicPr>
            <a:picLocks noChangeAspect="1"/>
          </p:cNvPicPr>
          <p:nvPr/>
        </p:nvPicPr>
        <p:blipFill>
          <a:blip r:embed="rId2"/>
          <a:stretch>
            <a:fillRect/>
          </a:stretch>
        </p:blipFill>
        <p:spPr>
          <a:xfrm>
            <a:off x="3490526" y="1066452"/>
            <a:ext cx="3452060" cy="2632196"/>
          </a:xfrm>
          <a:prstGeom prst="rect">
            <a:avLst/>
          </a:prstGeom>
        </p:spPr>
      </p:pic>
      <p:sp>
        <p:nvSpPr>
          <p:cNvPr id="3" name="Slide Number Placeholder 2">
            <a:extLst>
              <a:ext uri="{FF2B5EF4-FFF2-40B4-BE49-F238E27FC236}">
                <a16:creationId xmlns:a16="http://schemas.microsoft.com/office/drawing/2014/main" id="{1D4B6EC4-F8DE-A0F1-2FA6-B8B84D6079F2}"/>
              </a:ext>
            </a:extLst>
          </p:cNvPr>
          <p:cNvSpPr>
            <a:spLocks noGrp="1"/>
          </p:cNvSpPr>
          <p:nvPr>
            <p:ph type="sldNum" sz="quarter" idx="12"/>
          </p:nvPr>
        </p:nvSpPr>
        <p:spPr>
          <a:xfrm>
            <a:off x="6442997" y="4531021"/>
            <a:ext cx="512504" cy="273844"/>
          </a:xfrm>
        </p:spPr>
        <p:txBody>
          <a:bodyPr>
            <a:normAutofit/>
          </a:bodyPr>
          <a:lstStyle/>
          <a:p>
            <a:pPr marL="0" lvl="0" indent="0" rtl="0">
              <a:spcBef>
                <a:spcPts val="0"/>
              </a:spcBef>
              <a:spcAft>
                <a:spcPts val="600"/>
              </a:spcAft>
              <a:buNone/>
            </a:pPr>
            <a:fld id="{00000000-1234-1234-1234-123412341234}" type="slidenum">
              <a:rPr lang="en" smtClean="0"/>
              <a:pPr marL="0" lvl="0" indent="0" rtl="0">
                <a:spcBef>
                  <a:spcPts val="0"/>
                </a:spcBef>
                <a:spcAft>
                  <a:spcPts val="600"/>
                </a:spcAft>
                <a:buNone/>
              </a:pPr>
              <a:t>28</a:t>
            </a:fld>
            <a:endParaRPr lang="en"/>
          </a:p>
        </p:txBody>
      </p:sp>
      <p:sp>
        <p:nvSpPr>
          <p:cNvPr id="10" name="Rectangle 9">
            <a:extLst>
              <a:ext uri="{FF2B5EF4-FFF2-40B4-BE49-F238E27FC236}">
                <a16:creationId xmlns:a16="http://schemas.microsoft.com/office/drawing/2014/main" id="{7B537EB0-E9DC-3CCE-89FF-E0457D696461}"/>
              </a:ext>
            </a:extLst>
          </p:cNvPr>
          <p:cNvSpPr/>
          <p:nvPr/>
        </p:nvSpPr>
        <p:spPr>
          <a:xfrm>
            <a:off x="3501730" y="3920908"/>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 ROC Curve for LR Model Using Optimal Parameters</a:t>
            </a:r>
          </a:p>
        </p:txBody>
      </p:sp>
      <p:graphicFrame>
        <p:nvGraphicFramePr>
          <p:cNvPr id="7" name="Table 8">
            <a:extLst>
              <a:ext uri="{FF2B5EF4-FFF2-40B4-BE49-F238E27FC236}">
                <a16:creationId xmlns:a16="http://schemas.microsoft.com/office/drawing/2014/main" id="{93BAC0E7-1757-FDF0-6C38-0F7161911309}"/>
              </a:ext>
            </a:extLst>
          </p:cNvPr>
          <p:cNvGraphicFramePr>
            <a:graphicFrameLocks noGrp="1"/>
          </p:cNvGraphicFramePr>
          <p:nvPr>
            <p:extLst>
              <p:ext uri="{D42A27DB-BD31-4B8C-83A1-F6EECF244321}">
                <p14:modId xmlns:p14="http://schemas.microsoft.com/office/powerpoint/2010/main" val="2251621863"/>
              </p:ext>
            </p:extLst>
          </p:nvPr>
        </p:nvGraphicFramePr>
        <p:xfrm>
          <a:off x="773030" y="2408429"/>
          <a:ext cx="2438400" cy="1854199"/>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441687413"/>
                    </a:ext>
                  </a:extLst>
                </a:gridCol>
                <a:gridCol w="1219200">
                  <a:extLst>
                    <a:ext uri="{9D8B030D-6E8A-4147-A177-3AD203B41FA5}">
                      <a16:colId xmlns:a16="http://schemas.microsoft.com/office/drawing/2014/main" val="2243288470"/>
                    </a:ext>
                  </a:extLst>
                </a:gridCol>
              </a:tblGrid>
              <a:tr h="370840">
                <a:tc>
                  <a:txBody>
                    <a:bodyPr/>
                    <a:lstStyle/>
                    <a:p>
                      <a:r>
                        <a:rPr lang="en-US" dirty="0"/>
                        <a:t>Metrics</a:t>
                      </a:r>
                    </a:p>
                  </a:txBody>
                  <a:tcPr/>
                </a:tc>
                <a:tc>
                  <a:txBody>
                    <a:bodyPr/>
                    <a:lstStyle/>
                    <a:p>
                      <a:r>
                        <a:rPr lang="en-US" dirty="0"/>
                        <a:t>Result</a:t>
                      </a:r>
                    </a:p>
                  </a:txBody>
                  <a:tcPr/>
                </a:tc>
                <a:extLst>
                  <a:ext uri="{0D108BD9-81ED-4DB2-BD59-A6C34878D82A}">
                    <a16:rowId xmlns:a16="http://schemas.microsoft.com/office/drawing/2014/main" val="535799402"/>
                  </a:ext>
                </a:extLst>
              </a:tr>
              <a:tr h="370840">
                <a:tc>
                  <a:txBody>
                    <a:bodyPr/>
                    <a:lstStyle/>
                    <a:p>
                      <a:r>
                        <a:rPr lang="en-US" dirty="0"/>
                        <a:t>Accuracy</a:t>
                      </a:r>
                    </a:p>
                  </a:txBody>
                  <a:tcPr/>
                </a:tc>
                <a:tc>
                  <a:txBody>
                    <a:bodyPr/>
                    <a:lstStyle/>
                    <a:p>
                      <a:pPr lvl="0">
                        <a:buNone/>
                      </a:pPr>
                      <a:r>
                        <a:rPr lang="en-US" sz="1350" b="0" i="0" u="none" strike="noStrike" noProof="0" dirty="0">
                          <a:effectLst/>
                        </a:rPr>
                        <a:t>0.9777</a:t>
                      </a:r>
                      <a:endParaRPr lang="en-US" dirty="0"/>
                    </a:p>
                  </a:txBody>
                  <a:tcPr/>
                </a:tc>
                <a:extLst>
                  <a:ext uri="{0D108BD9-81ED-4DB2-BD59-A6C34878D82A}">
                    <a16:rowId xmlns:a16="http://schemas.microsoft.com/office/drawing/2014/main" val="3063039423"/>
                  </a:ext>
                </a:extLst>
              </a:tr>
              <a:tr h="370840">
                <a:tc>
                  <a:txBody>
                    <a:bodyPr/>
                    <a:lstStyle/>
                    <a:p>
                      <a:r>
                        <a:rPr lang="en-US" dirty="0"/>
                        <a:t>Precision</a:t>
                      </a:r>
                    </a:p>
                  </a:txBody>
                  <a:tcPr/>
                </a:tc>
                <a:tc>
                  <a:txBody>
                    <a:bodyPr/>
                    <a:lstStyle/>
                    <a:p>
                      <a:pPr lvl="0">
                        <a:buNone/>
                      </a:pPr>
                      <a:r>
                        <a:rPr lang="en-US" sz="1350" b="0" i="0" u="none" strike="noStrike" noProof="0" dirty="0">
                          <a:effectLst/>
                        </a:rPr>
                        <a:t>0.9836 </a:t>
                      </a:r>
                      <a:endParaRPr lang="en-US"/>
                    </a:p>
                  </a:txBody>
                  <a:tcPr/>
                </a:tc>
                <a:extLst>
                  <a:ext uri="{0D108BD9-81ED-4DB2-BD59-A6C34878D82A}">
                    <a16:rowId xmlns:a16="http://schemas.microsoft.com/office/drawing/2014/main" val="4124050173"/>
                  </a:ext>
                </a:extLst>
              </a:tr>
              <a:tr h="370840">
                <a:tc>
                  <a:txBody>
                    <a:bodyPr/>
                    <a:lstStyle/>
                    <a:p>
                      <a:r>
                        <a:rPr lang="en-US" dirty="0"/>
                        <a:t>F1 Score</a:t>
                      </a:r>
                    </a:p>
                  </a:txBody>
                  <a:tcPr/>
                </a:tc>
                <a:tc>
                  <a:txBody>
                    <a:bodyPr/>
                    <a:lstStyle/>
                    <a:p>
                      <a:pPr lvl="0">
                        <a:buNone/>
                      </a:pPr>
                      <a:r>
                        <a:rPr lang="en-US" sz="1350" b="0" i="0" u="none" strike="noStrike" noProof="0" dirty="0">
                          <a:effectLst/>
                        </a:rPr>
                        <a:t>0.8510</a:t>
                      </a:r>
                      <a:endParaRPr lang="en-US" dirty="0"/>
                    </a:p>
                  </a:txBody>
                  <a:tcPr/>
                </a:tc>
                <a:extLst>
                  <a:ext uri="{0D108BD9-81ED-4DB2-BD59-A6C34878D82A}">
                    <a16:rowId xmlns:a16="http://schemas.microsoft.com/office/drawing/2014/main" val="465826387"/>
                  </a:ext>
                </a:extLst>
              </a:tr>
              <a:tr h="370839">
                <a:tc>
                  <a:txBody>
                    <a:bodyPr/>
                    <a:lstStyle/>
                    <a:p>
                      <a:pPr lvl="0">
                        <a:buNone/>
                      </a:pPr>
                      <a:r>
                        <a:rPr lang="en-US" dirty="0"/>
                        <a:t>Recall</a:t>
                      </a:r>
                    </a:p>
                  </a:txBody>
                  <a:tcPr/>
                </a:tc>
                <a:tc>
                  <a:txBody>
                    <a:bodyPr/>
                    <a:lstStyle/>
                    <a:p>
                      <a:pPr lvl="0">
                        <a:buNone/>
                      </a:pPr>
                      <a:r>
                        <a:rPr lang="en-US" sz="1350" b="0" i="0" u="none" strike="noStrike" noProof="0" dirty="0">
                          <a:effectLst/>
                        </a:rPr>
                        <a:t>0.9125 </a:t>
                      </a:r>
                      <a:endParaRPr lang="en-US" dirty="0">
                        <a:effectLst/>
                        <a:latin typeface="Arial"/>
                      </a:endParaRPr>
                    </a:p>
                  </a:txBody>
                  <a:tcPr/>
                </a:tc>
                <a:extLst>
                  <a:ext uri="{0D108BD9-81ED-4DB2-BD59-A6C34878D82A}">
                    <a16:rowId xmlns:a16="http://schemas.microsoft.com/office/drawing/2014/main" val="858183119"/>
                  </a:ext>
                </a:extLst>
              </a:tr>
            </a:tbl>
          </a:graphicData>
        </a:graphic>
      </p:graphicFrame>
      <p:sp>
        <p:nvSpPr>
          <p:cNvPr id="8" name="Rectangle 7">
            <a:extLst>
              <a:ext uri="{FF2B5EF4-FFF2-40B4-BE49-F238E27FC236}">
                <a16:creationId xmlns:a16="http://schemas.microsoft.com/office/drawing/2014/main" id="{28A4BB26-E7A8-72AF-B894-F98FA01403AD}"/>
              </a:ext>
            </a:extLst>
          </p:cNvPr>
          <p:cNvSpPr/>
          <p:nvPr/>
        </p:nvSpPr>
        <p:spPr>
          <a:xfrm>
            <a:off x="301246" y="4491362"/>
            <a:ext cx="3583708"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Table : </a:t>
            </a:r>
            <a:r>
              <a:rPr lang="en-US" sz="1400" dirty="0">
                <a:solidFill>
                  <a:schemeClr val="tx1"/>
                </a:solidFill>
                <a:ea typeface="+mn-lt"/>
                <a:cs typeface="+mn-lt"/>
              </a:rPr>
              <a:t>LR Metrics with optimal parameters</a:t>
            </a:r>
          </a:p>
          <a:p>
            <a:pPr algn="ctr"/>
            <a:endParaRPr lang="en-US" sz="1400" dirty="0">
              <a:solidFill>
                <a:schemeClr val="tx1"/>
              </a:solidFill>
            </a:endParaRPr>
          </a:p>
        </p:txBody>
      </p:sp>
    </p:spTree>
    <p:extLst>
      <p:ext uri="{BB962C8B-B14F-4D97-AF65-F5344CB8AC3E}">
        <p14:creationId xmlns:p14="http://schemas.microsoft.com/office/powerpoint/2010/main" val="3774358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1186-5D20-8758-C288-CCF13EAD2D0C}"/>
              </a:ext>
            </a:extLst>
          </p:cNvPr>
          <p:cNvSpPr>
            <a:spLocks noGrp="1"/>
          </p:cNvSpPr>
          <p:nvPr>
            <p:ph type="title"/>
          </p:nvPr>
        </p:nvSpPr>
        <p:spPr>
          <a:xfrm>
            <a:off x="729450" y="631078"/>
            <a:ext cx="7688700" cy="535200"/>
          </a:xfrm>
        </p:spPr>
        <p:txBody>
          <a:bodyPr/>
          <a:lstStyle/>
          <a:p>
            <a:r>
              <a:rPr lang="en-US" dirty="0"/>
              <a:t>Naive Bayes Classifier(NB) </a:t>
            </a:r>
          </a:p>
        </p:txBody>
      </p:sp>
      <p:sp>
        <p:nvSpPr>
          <p:cNvPr id="3" name="Text Placeholder 2">
            <a:extLst>
              <a:ext uri="{FF2B5EF4-FFF2-40B4-BE49-F238E27FC236}">
                <a16:creationId xmlns:a16="http://schemas.microsoft.com/office/drawing/2014/main" id="{07FC11D6-CDDB-5ED3-5A82-243017295677}"/>
              </a:ext>
            </a:extLst>
          </p:cNvPr>
          <p:cNvSpPr>
            <a:spLocks noGrp="1"/>
          </p:cNvSpPr>
          <p:nvPr>
            <p:ph type="body" idx="1"/>
          </p:nvPr>
        </p:nvSpPr>
        <p:spPr>
          <a:xfrm>
            <a:off x="437028" y="1257848"/>
            <a:ext cx="7688700" cy="2627804"/>
          </a:xfrm>
        </p:spPr>
        <p:txBody>
          <a:bodyPr/>
          <a:lstStyle/>
          <a:p>
            <a:r>
              <a:rPr lang="en-US" dirty="0"/>
              <a:t>We have tried all three types of Naive Bayes model under the scikit-learn library: Gaussian Naive Bayes (GNB), Multinomial Naive Bayes (MNB), Bernoulli Naive Bayes (BNB). Since Naïve Bayes works well with </a:t>
            </a:r>
            <a:r>
              <a:rPr lang="en-US" dirty="0" err="1"/>
              <a:t>tf-idf</a:t>
            </a:r>
            <a:r>
              <a:rPr lang="en-US" dirty="0"/>
              <a:t> vectorizer, we transformed our text using td-</a:t>
            </a:r>
            <a:r>
              <a:rPr lang="en-US" dirty="0" err="1"/>
              <a:t>idf</a:t>
            </a:r>
            <a:r>
              <a:rPr lang="en-US" dirty="0"/>
              <a:t> vectorizer before feeding it into the model. The metrics for every model under Naive Bayes was found as follows: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46050" indent="0">
              <a:buNone/>
            </a:pPr>
            <a:endParaRPr lang="en-US" dirty="0"/>
          </a:p>
          <a:p>
            <a:pPr marL="146050" indent="0">
              <a:buNone/>
            </a:pPr>
            <a:endParaRPr lang="en-US" dirty="0"/>
          </a:p>
          <a:p>
            <a:pPr marL="146050" indent="0" algn="l" rtl="0">
              <a:buNone/>
            </a:pPr>
            <a:br>
              <a:rPr lang="en-US" dirty="0">
                <a:effectLst/>
              </a:rPr>
            </a:br>
            <a:br>
              <a:rPr lang="en-US" b="0" i="0" dirty="0">
                <a:solidFill>
                  <a:srgbClr val="5D6879"/>
                </a:solidFill>
                <a:effectLst/>
                <a:latin typeface="Lato" panose="020F0502020204030203" pitchFamily="34" charset="0"/>
              </a:rPr>
            </a:br>
            <a:endParaRPr lang="en-US" dirty="0"/>
          </a:p>
        </p:txBody>
      </p:sp>
      <p:graphicFrame>
        <p:nvGraphicFramePr>
          <p:cNvPr id="8" name="Table 8">
            <a:extLst>
              <a:ext uri="{FF2B5EF4-FFF2-40B4-BE49-F238E27FC236}">
                <a16:creationId xmlns:a16="http://schemas.microsoft.com/office/drawing/2014/main" id="{3A14C62D-BCE1-2D6D-5A5B-26A92780B71D}"/>
              </a:ext>
            </a:extLst>
          </p:cNvPr>
          <p:cNvGraphicFramePr>
            <a:graphicFrameLocks noGrp="1"/>
          </p:cNvGraphicFramePr>
          <p:nvPr>
            <p:extLst>
              <p:ext uri="{D42A27DB-BD31-4B8C-83A1-F6EECF244321}">
                <p14:modId xmlns:p14="http://schemas.microsoft.com/office/powerpoint/2010/main" val="3046544313"/>
              </p:ext>
            </p:extLst>
          </p:nvPr>
        </p:nvGraphicFramePr>
        <p:xfrm>
          <a:off x="1003428" y="2492895"/>
          <a:ext cx="6096000" cy="14833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441687413"/>
                    </a:ext>
                  </a:extLst>
                </a:gridCol>
                <a:gridCol w="1219200">
                  <a:extLst>
                    <a:ext uri="{9D8B030D-6E8A-4147-A177-3AD203B41FA5}">
                      <a16:colId xmlns:a16="http://schemas.microsoft.com/office/drawing/2014/main" val="2243288470"/>
                    </a:ext>
                  </a:extLst>
                </a:gridCol>
                <a:gridCol w="1219200">
                  <a:extLst>
                    <a:ext uri="{9D8B030D-6E8A-4147-A177-3AD203B41FA5}">
                      <a16:colId xmlns:a16="http://schemas.microsoft.com/office/drawing/2014/main" val="3235822510"/>
                    </a:ext>
                  </a:extLst>
                </a:gridCol>
                <a:gridCol w="1219200">
                  <a:extLst>
                    <a:ext uri="{9D8B030D-6E8A-4147-A177-3AD203B41FA5}">
                      <a16:colId xmlns:a16="http://schemas.microsoft.com/office/drawing/2014/main" val="3838568408"/>
                    </a:ext>
                  </a:extLst>
                </a:gridCol>
                <a:gridCol w="1219200">
                  <a:extLst>
                    <a:ext uri="{9D8B030D-6E8A-4147-A177-3AD203B41FA5}">
                      <a16:colId xmlns:a16="http://schemas.microsoft.com/office/drawing/2014/main" val="601804471"/>
                    </a:ext>
                  </a:extLst>
                </a:gridCol>
              </a:tblGrid>
              <a:tr h="370840">
                <a:tc>
                  <a:txBody>
                    <a:bodyPr/>
                    <a:lstStyle/>
                    <a:p>
                      <a:r>
                        <a:rPr lang="en-US" dirty="0"/>
                        <a:t>Models</a:t>
                      </a:r>
                    </a:p>
                  </a:txBody>
                  <a:tcPr/>
                </a:tc>
                <a:tc>
                  <a:txBody>
                    <a:bodyPr/>
                    <a:lstStyle/>
                    <a:p>
                      <a:r>
                        <a:rPr lang="en-US" dirty="0"/>
                        <a:t>Accuracy</a:t>
                      </a:r>
                    </a:p>
                  </a:txBody>
                  <a:tcPr/>
                </a:tc>
                <a:tc>
                  <a:txBody>
                    <a:bodyPr/>
                    <a:lstStyle/>
                    <a:p>
                      <a:r>
                        <a:rPr lang="en-US" dirty="0"/>
                        <a:t>Precision</a:t>
                      </a:r>
                    </a:p>
                  </a:txBody>
                  <a:tcPr/>
                </a:tc>
                <a:tc>
                  <a:txBody>
                    <a:bodyPr/>
                    <a:lstStyle/>
                    <a:p>
                      <a:r>
                        <a:rPr lang="en-US" dirty="0"/>
                        <a:t>F1 Score</a:t>
                      </a:r>
                    </a:p>
                  </a:txBody>
                  <a:tcPr/>
                </a:tc>
                <a:tc>
                  <a:txBody>
                    <a:bodyPr/>
                    <a:lstStyle/>
                    <a:p>
                      <a:r>
                        <a:rPr lang="en-US" dirty="0"/>
                        <a:t>Recall Score</a:t>
                      </a:r>
                    </a:p>
                  </a:txBody>
                  <a:tcPr/>
                </a:tc>
                <a:extLst>
                  <a:ext uri="{0D108BD9-81ED-4DB2-BD59-A6C34878D82A}">
                    <a16:rowId xmlns:a16="http://schemas.microsoft.com/office/drawing/2014/main" val="535799402"/>
                  </a:ext>
                </a:extLst>
              </a:tr>
              <a:tr h="370840">
                <a:tc>
                  <a:txBody>
                    <a:bodyPr/>
                    <a:lstStyle/>
                    <a:p>
                      <a:r>
                        <a:rPr lang="en-US" dirty="0"/>
                        <a:t>GNB</a:t>
                      </a:r>
                    </a:p>
                  </a:txBody>
                  <a:tcPr/>
                </a:tc>
                <a:tc>
                  <a:txBody>
                    <a:bodyPr/>
                    <a:lstStyle/>
                    <a:p>
                      <a:r>
                        <a:rPr lang="en-US" dirty="0">
                          <a:effectLst/>
                          <a:latin typeface="Arial" panose="020B0604020202020204" pitchFamily="34" charset="0"/>
                        </a:rPr>
                        <a:t>0.8771</a:t>
                      </a:r>
                      <a:endParaRPr lang="en-US" dirty="0"/>
                    </a:p>
                  </a:txBody>
                  <a:tcPr/>
                </a:tc>
                <a:tc>
                  <a:txBody>
                    <a:bodyPr/>
                    <a:lstStyle/>
                    <a:p>
                      <a:r>
                        <a:rPr lang="en-US" dirty="0">
                          <a:effectLst/>
                          <a:latin typeface="Arial" panose="020B0604020202020204" pitchFamily="34" charset="0"/>
                        </a:rPr>
                        <a:t>0.5324</a:t>
                      </a:r>
                      <a:endParaRPr lang="en-US" dirty="0"/>
                    </a:p>
                  </a:txBody>
                  <a:tcPr/>
                </a:tc>
                <a:tc>
                  <a:txBody>
                    <a:bodyPr/>
                    <a:lstStyle/>
                    <a:p>
                      <a:r>
                        <a:rPr lang="en-US" dirty="0">
                          <a:effectLst/>
                          <a:latin typeface="Arial" panose="020B0604020202020204" pitchFamily="34" charset="0"/>
                        </a:rPr>
                        <a:t>0.6442</a:t>
                      </a:r>
                      <a:endParaRPr lang="en-US" dirty="0"/>
                    </a:p>
                  </a:txBody>
                  <a:tcPr/>
                </a:tc>
                <a:tc>
                  <a:txBody>
                    <a:bodyPr/>
                    <a:lstStyle/>
                    <a:p>
                      <a:r>
                        <a:rPr lang="en-US" dirty="0">
                          <a:effectLst/>
                          <a:latin typeface="Arial" panose="020B0604020202020204" pitchFamily="34" charset="0"/>
                        </a:rPr>
                        <a:t>0.5324</a:t>
                      </a:r>
                      <a:endParaRPr lang="en-US" dirty="0"/>
                    </a:p>
                  </a:txBody>
                  <a:tcPr/>
                </a:tc>
                <a:extLst>
                  <a:ext uri="{0D108BD9-81ED-4DB2-BD59-A6C34878D82A}">
                    <a16:rowId xmlns:a16="http://schemas.microsoft.com/office/drawing/2014/main" val="3063039423"/>
                  </a:ext>
                </a:extLst>
              </a:tr>
              <a:tr h="370840">
                <a:tc>
                  <a:txBody>
                    <a:bodyPr/>
                    <a:lstStyle/>
                    <a:p>
                      <a:r>
                        <a:rPr lang="en-US" dirty="0"/>
                        <a:t>MNB</a:t>
                      </a:r>
                    </a:p>
                  </a:txBody>
                  <a:tcPr/>
                </a:tc>
                <a:tc>
                  <a:txBody>
                    <a:bodyPr/>
                    <a:lstStyle/>
                    <a:p>
                      <a:r>
                        <a:rPr lang="en-US" dirty="0">
                          <a:effectLst/>
                          <a:latin typeface="Arial" panose="020B0604020202020204" pitchFamily="34" charset="0"/>
                        </a:rPr>
                        <a:t>0.9535</a:t>
                      </a:r>
                      <a:endParaRPr lang="en-US" dirty="0"/>
                    </a:p>
                  </a:txBody>
                  <a:tcPr/>
                </a:tc>
                <a:tc>
                  <a:txBody>
                    <a:bodyPr/>
                    <a:lstStyle/>
                    <a:p>
                      <a:r>
                        <a:rPr lang="en-US" dirty="0">
                          <a:effectLst/>
                          <a:latin typeface="Arial" panose="020B0604020202020204" pitchFamily="34" charset="0"/>
                        </a:rPr>
                        <a:t>1.0</a:t>
                      </a:r>
                      <a:endParaRPr lang="en-US" dirty="0"/>
                    </a:p>
                  </a:txBody>
                  <a:tcPr/>
                </a:tc>
                <a:tc>
                  <a:txBody>
                    <a:bodyPr/>
                    <a:lstStyle/>
                    <a:p>
                      <a:r>
                        <a:rPr lang="en-US" dirty="0">
                          <a:effectLst/>
                          <a:latin typeface="Arial" panose="020B0604020202020204" pitchFamily="34" charset="0"/>
                        </a:rPr>
                        <a:t>0.6595</a:t>
                      </a:r>
                      <a:endParaRPr lang="en-US" dirty="0"/>
                    </a:p>
                  </a:txBody>
                  <a:tcPr/>
                </a:tc>
                <a:tc>
                  <a:txBody>
                    <a:bodyPr/>
                    <a:lstStyle/>
                    <a:p>
                      <a:r>
                        <a:rPr lang="en-US" dirty="0">
                          <a:effectLst/>
                          <a:latin typeface="Arial" panose="020B0604020202020204" pitchFamily="34" charset="0"/>
                        </a:rPr>
                        <a:t>0.7948</a:t>
                      </a:r>
                      <a:endParaRPr lang="en-US" dirty="0"/>
                    </a:p>
                  </a:txBody>
                  <a:tcPr/>
                </a:tc>
                <a:extLst>
                  <a:ext uri="{0D108BD9-81ED-4DB2-BD59-A6C34878D82A}">
                    <a16:rowId xmlns:a16="http://schemas.microsoft.com/office/drawing/2014/main" val="4124050173"/>
                  </a:ext>
                </a:extLst>
              </a:tr>
              <a:tr h="370840">
                <a:tc>
                  <a:txBody>
                    <a:bodyPr/>
                    <a:lstStyle/>
                    <a:p>
                      <a:r>
                        <a:rPr lang="en-US" dirty="0"/>
                        <a:t>BNB</a:t>
                      </a:r>
                    </a:p>
                  </a:txBody>
                  <a:tcPr/>
                </a:tc>
                <a:tc>
                  <a:txBody>
                    <a:bodyPr/>
                    <a:lstStyle/>
                    <a:p>
                      <a:r>
                        <a:rPr lang="en-US" dirty="0">
                          <a:effectLst/>
                          <a:latin typeface="Arial" panose="020B0604020202020204" pitchFamily="34" charset="0"/>
                        </a:rPr>
                        <a:t>0.9651</a:t>
                      </a:r>
                      <a:endParaRPr lang="en-US" dirty="0"/>
                    </a:p>
                  </a:txBody>
                  <a:tcPr/>
                </a:tc>
                <a:tc>
                  <a:txBody>
                    <a:bodyPr/>
                    <a:lstStyle/>
                    <a:p>
                      <a:r>
                        <a:rPr lang="en-US" dirty="0">
                          <a:effectLst/>
                          <a:latin typeface="Arial" panose="020B0604020202020204" pitchFamily="34" charset="0"/>
                        </a:rPr>
                        <a:t>0.9729</a:t>
                      </a:r>
                      <a:endParaRPr lang="en-US" dirty="0"/>
                    </a:p>
                  </a:txBody>
                  <a:tcPr/>
                </a:tc>
                <a:tc>
                  <a:txBody>
                    <a:bodyPr/>
                    <a:lstStyle/>
                    <a:p>
                      <a:r>
                        <a:rPr lang="en-US" dirty="0">
                          <a:effectLst/>
                          <a:latin typeface="Arial" panose="020B0604020202020204" pitchFamily="34" charset="0"/>
                        </a:rPr>
                        <a:t>0.8571</a:t>
                      </a:r>
                      <a:endParaRPr lang="en-US" dirty="0"/>
                    </a:p>
                  </a:txBody>
                  <a:tcPr/>
                </a:tc>
                <a:tc>
                  <a:txBody>
                    <a:bodyPr/>
                    <a:lstStyle/>
                    <a:p>
                      <a:r>
                        <a:rPr lang="en-US" dirty="0">
                          <a:effectLst/>
                          <a:latin typeface="Arial" panose="020B0604020202020204" pitchFamily="34" charset="0"/>
                        </a:rPr>
                        <a:t>0.9729</a:t>
                      </a:r>
                      <a:endParaRPr lang="en-US" dirty="0"/>
                    </a:p>
                  </a:txBody>
                  <a:tcPr/>
                </a:tc>
                <a:extLst>
                  <a:ext uri="{0D108BD9-81ED-4DB2-BD59-A6C34878D82A}">
                    <a16:rowId xmlns:a16="http://schemas.microsoft.com/office/drawing/2014/main" val="465826387"/>
                  </a:ext>
                </a:extLst>
              </a:tr>
            </a:tbl>
          </a:graphicData>
        </a:graphic>
      </p:graphicFrame>
      <p:sp>
        <p:nvSpPr>
          <p:cNvPr id="9" name="Rectangle 8">
            <a:extLst>
              <a:ext uri="{FF2B5EF4-FFF2-40B4-BE49-F238E27FC236}">
                <a16:creationId xmlns:a16="http://schemas.microsoft.com/office/drawing/2014/main" id="{B5AC9431-3CA9-3124-5395-E032ED817726}"/>
              </a:ext>
            </a:extLst>
          </p:cNvPr>
          <p:cNvSpPr/>
          <p:nvPr/>
        </p:nvSpPr>
        <p:spPr>
          <a:xfrm>
            <a:off x="2064049" y="4017753"/>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 NB Model Metrics</a:t>
            </a:r>
          </a:p>
        </p:txBody>
      </p:sp>
      <p:sp>
        <p:nvSpPr>
          <p:cNvPr id="6" name="Slide Number Placeholder 5">
            <a:extLst>
              <a:ext uri="{FF2B5EF4-FFF2-40B4-BE49-F238E27FC236}">
                <a16:creationId xmlns:a16="http://schemas.microsoft.com/office/drawing/2014/main" id="{A6D46464-4FB9-C896-4509-6AC4DD885F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29</a:t>
            </a:fld>
            <a:endParaRPr lang="en"/>
          </a:p>
        </p:txBody>
      </p:sp>
    </p:spTree>
    <p:extLst>
      <p:ext uri="{BB962C8B-B14F-4D97-AF65-F5344CB8AC3E}">
        <p14:creationId xmlns:p14="http://schemas.microsoft.com/office/powerpoint/2010/main" val="663732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14DE647-DE8E-5FFC-508F-976AD2F2CBB7}"/>
              </a:ext>
            </a:extLst>
          </p:cNvPr>
          <p:cNvSpPr>
            <a:spLocks noGrp="1"/>
          </p:cNvSpPr>
          <p:nvPr>
            <p:ph idx="1"/>
          </p:nvPr>
        </p:nvSpPr>
        <p:spPr/>
        <p:txBody>
          <a:bodyPr vert="horz" lIns="91440" tIns="45720" rIns="91440" bIns="45720" rtlCol="0" anchor="t">
            <a:normAutofit/>
          </a:bodyPr>
          <a:lstStyle/>
          <a:p>
            <a:endParaRPr lang="en-US" dirty="0"/>
          </a:p>
          <a:p>
            <a:endParaRPr lang="en-US" dirty="0"/>
          </a:p>
          <a:p>
            <a:endParaRPr lang="en-US" dirty="0"/>
          </a:p>
          <a:p>
            <a:endParaRPr lang="en-US" dirty="0"/>
          </a:p>
          <a:p>
            <a:endParaRPr lang="en-US" dirty="0"/>
          </a:p>
          <a:p>
            <a:pPr marL="0" indent="0">
              <a:buNone/>
            </a:pPr>
            <a:endParaRPr lang="en-US" dirty="0"/>
          </a:p>
          <a:p>
            <a:endParaRPr lang="en-US" dirty="0"/>
          </a:p>
          <a:p>
            <a:pPr>
              <a:buFont typeface="Wingdings" charset="2"/>
              <a:buChar char="Ø"/>
            </a:pPr>
            <a:r>
              <a:rPr lang="en-US" dirty="0"/>
              <a:t>Since our dataset consists of imbalance data where most of the data is ham, so we have given preference to precise result rather than accurate one so MNB Model was better than other NB Models.</a:t>
            </a:r>
          </a:p>
          <a:p>
            <a:pPr marL="0" indent="0">
              <a:buNone/>
            </a:pPr>
            <a:endParaRPr lang="en-US" dirty="0"/>
          </a:p>
        </p:txBody>
      </p:sp>
      <p:sp>
        <p:nvSpPr>
          <p:cNvPr id="7" name="Rectangle 6">
            <a:extLst>
              <a:ext uri="{FF2B5EF4-FFF2-40B4-BE49-F238E27FC236}">
                <a16:creationId xmlns:a16="http://schemas.microsoft.com/office/drawing/2014/main" id="{B704C010-74AB-9B52-19B4-619FCED5CFD9}"/>
              </a:ext>
            </a:extLst>
          </p:cNvPr>
          <p:cNvSpPr/>
          <p:nvPr/>
        </p:nvSpPr>
        <p:spPr>
          <a:xfrm>
            <a:off x="1779181" y="3075732"/>
            <a:ext cx="3430772" cy="567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Figure : ROC Curve for MNB Model</a:t>
            </a:r>
          </a:p>
        </p:txBody>
      </p:sp>
      <p:pic>
        <p:nvPicPr>
          <p:cNvPr id="3" name="Picture 2">
            <a:extLst>
              <a:ext uri="{FF2B5EF4-FFF2-40B4-BE49-F238E27FC236}">
                <a16:creationId xmlns:a16="http://schemas.microsoft.com/office/drawing/2014/main" id="{92501A60-38A9-DB09-9AA4-6C01FF55B985}"/>
              </a:ext>
            </a:extLst>
          </p:cNvPr>
          <p:cNvPicPr>
            <a:picLocks noChangeAspect="1"/>
          </p:cNvPicPr>
          <p:nvPr/>
        </p:nvPicPr>
        <p:blipFill>
          <a:blip r:embed="rId2"/>
          <a:stretch>
            <a:fillRect/>
          </a:stretch>
        </p:blipFill>
        <p:spPr>
          <a:xfrm>
            <a:off x="1511870" y="191385"/>
            <a:ext cx="3965394" cy="3021253"/>
          </a:xfrm>
          <a:prstGeom prst="rect">
            <a:avLst/>
          </a:prstGeom>
        </p:spPr>
      </p:pic>
      <p:sp>
        <p:nvSpPr>
          <p:cNvPr id="9" name="Slide Number Placeholder 8">
            <a:extLst>
              <a:ext uri="{FF2B5EF4-FFF2-40B4-BE49-F238E27FC236}">
                <a16:creationId xmlns:a16="http://schemas.microsoft.com/office/drawing/2014/main" id="{B7EABEF9-8780-0E96-6AB7-4F06BCB0CEB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30</a:t>
            </a:fld>
            <a:endParaRPr lang="en"/>
          </a:p>
        </p:txBody>
      </p:sp>
    </p:spTree>
    <p:extLst>
      <p:ext uri="{BB962C8B-B14F-4D97-AF65-F5344CB8AC3E}">
        <p14:creationId xmlns:p14="http://schemas.microsoft.com/office/powerpoint/2010/main" val="997649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750" y="423300"/>
            <a:ext cx="7688700" cy="535200"/>
          </a:xfrm>
        </p:spPr>
        <p:txBody>
          <a:bodyPr/>
          <a:lstStyle/>
          <a:p>
            <a:r>
              <a:rPr lang="en-US" sz="2800" dirty="0"/>
              <a:t>Gantt chart</a:t>
            </a:r>
          </a:p>
        </p:txBody>
      </p:sp>
      <p:sp>
        <p:nvSpPr>
          <p:cNvPr id="7" name="Slide Number Placeholder 6">
            <a:extLst>
              <a:ext uri="{FF2B5EF4-FFF2-40B4-BE49-F238E27FC236}">
                <a16:creationId xmlns:a16="http://schemas.microsoft.com/office/drawing/2014/main" id="{F41E3464-BFF0-AC71-46BF-CB3426301C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31</a:t>
            </a:fld>
            <a:endParaRPr lang="en"/>
          </a:p>
        </p:txBody>
      </p:sp>
      <p:pic>
        <p:nvPicPr>
          <p:cNvPr id="3" name="Picture 2">
            <a:extLst>
              <a:ext uri="{FF2B5EF4-FFF2-40B4-BE49-F238E27FC236}">
                <a16:creationId xmlns:a16="http://schemas.microsoft.com/office/drawing/2014/main" id="{A9B99246-F54B-A42F-3B84-A3A6D536114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067" y="1049867"/>
            <a:ext cx="6728178" cy="378878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F60A-373E-D73B-08F3-2B0FD5812FFF}"/>
              </a:ext>
            </a:extLst>
          </p:cNvPr>
          <p:cNvSpPr>
            <a:spLocks noGrp="1"/>
          </p:cNvSpPr>
          <p:nvPr>
            <p:ph type="title"/>
          </p:nvPr>
        </p:nvSpPr>
        <p:spPr/>
        <p:txBody>
          <a:bodyPr/>
          <a:lstStyle/>
          <a:p>
            <a:r>
              <a:rPr lang="en-US" dirty="0"/>
              <a:t>Deployment</a:t>
            </a:r>
          </a:p>
        </p:txBody>
      </p:sp>
      <p:pic>
        <p:nvPicPr>
          <p:cNvPr id="7" name="Picture 6">
            <a:extLst>
              <a:ext uri="{FF2B5EF4-FFF2-40B4-BE49-F238E27FC236}">
                <a16:creationId xmlns:a16="http://schemas.microsoft.com/office/drawing/2014/main" id="{0B60B5D0-F145-5F0B-04D0-1A4C7C8EC472}"/>
              </a:ext>
            </a:extLst>
          </p:cNvPr>
          <p:cNvPicPr>
            <a:picLocks noChangeAspect="1"/>
          </p:cNvPicPr>
          <p:nvPr/>
        </p:nvPicPr>
        <p:blipFill>
          <a:blip r:embed="rId2"/>
          <a:stretch>
            <a:fillRect/>
          </a:stretch>
        </p:blipFill>
        <p:spPr>
          <a:xfrm>
            <a:off x="508001" y="952500"/>
            <a:ext cx="6572528" cy="3842109"/>
          </a:xfrm>
          <a:prstGeom prst="rect">
            <a:avLst/>
          </a:prstGeom>
        </p:spPr>
      </p:pic>
      <p:sp>
        <p:nvSpPr>
          <p:cNvPr id="11" name="Slide Number Placeholder 10">
            <a:extLst>
              <a:ext uri="{FF2B5EF4-FFF2-40B4-BE49-F238E27FC236}">
                <a16:creationId xmlns:a16="http://schemas.microsoft.com/office/drawing/2014/main" id="{52307084-69F7-182B-DBC3-D3F530E717F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32</a:t>
            </a:fld>
            <a:endParaRPr lang="en" dirty="0"/>
          </a:p>
        </p:txBody>
      </p:sp>
    </p:spTree>
    <p:extLst>
      <p:ext uri="{BB962C8B-B14F-4D97-AF65-F5344CB8AC3E}">
        <p14:creationId xmlns:p14="http://schemas.microsoft.com/office/powerpoint/2010/main" val="110431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C1AF-6033-1003-D8D8-5BCAD10324D1}"/>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5BF7FC3C-2725-235C-6045-EAFD045CB2DA}"/>
              </a:ext>
            </a:extLst>
          </p:cNvPr>
          <p:cNvSpPr>
            <a:spLocks noGrp="1"/>
          </p:cNvSpPr>
          <p:nvPr>
            <p:ph type="body" idx="1"/>
          </p:nvPr>
        </p:nvSpPr>
        <p:spPr>
          <a:xfrm>
            <a:off x="382608" y="2068364"/>
            <a:ext cx="7688700" cy="2261100"/>
          </a:xfrm>
        </p:spPr>
        <p:txBody>
          <a:bodyPr/>
          <a:lstStyle/>
          <a:p>
            <a:pPr marL="431800" indent="-285750">
              <a:buFont typeface="Wingdings" charset="2"/>
              <a:buChar char="Ø"/>
            </a:pPr>
            <a:r>
              <a:rPr lang="en-US" dirty="0"/>
              <a:t>We have used </a:t>
            </a:r>
            <a:r>
              <a:rPr lang="en-US" dirty="0">
                <a:ea typeface="+mn-lt"/>
                <a:cs typeface="+mn-lt"/>
              </a:rPr>
              <a:t>Logistic Regression Algorithm with parameters {C: 100, penalty: ’l2’, solver: ’</a:t>
            </a:r>
            <a:r>
              <a:rPr lang="en-US" dirty="0" err="1">
                <a:ea typeface="+mn-lt"/>
                <a:cs typeface="+mn-lt"/>
              </a:rPr>
              <a:t>liblinear</a:t>
            </a:r>
            <a:r>
              <a:rPr lang="en-US" dirty="0">
                <a:ea typeface="+mn-lt"/>
                <a:cs typeface="+mn-lt"/>
              </a:rPr>
              <a:t>}</a:t>
            </a:r>
            <a:r>
              <a:rPr lang="en-US" dirty="0"/>
              <a:t> to classify the message into spam or ham and implemented this into a chat application which would alert the user when there any spam message.</a:t>
            </a:r>
            <a:endParaRPr lang="en-US"/>
          </a:p>
        </p:txBody>
      </p:sp>
      <p:sp>
        <p:nvSpPr>
          <p:cNvPr id="4" name="Slide Number Placeholder 3">
            <a:extLst>
              <a:ext uri="{FF2B5EF4-FFF2-40B4-BE49-F238E27FC236}">
                <a16:creationId xmlns:a16="http://schemas.microsoft.com/office/drawing/2014/main" id="{5BCD4823-6911-DC73-F94F-1FCEBCC4A0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33</a:t>
            </a:fld>
            <a:endParaRPr lang="en"/>
          </a:p>
        </p:txBody>
      </p:sp>
    </p:spTree>
    <p:extLst>
      <p:ext uri="{BB962C8B-B14F-4D97-AF65-F5344CB8AC3E}">
        <p14:creationId xmlns:p14="http://schemas.microsoft.com/office/powerpoint/2010/main" val="3923248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31E0-7EFE-2E55-9AE9-1FD66ADC8A53}"/>
              </a:ext>
            </a:extLst>
          </p:cNvPr>
          <p:cNvSpPr>
            <a:spLocks noGrp="1"/>
          </p:cNvSpPr>
          <p:nvPr>
            <p:ph type="title"/>
          </p:nvPr>
        </p:nvSpPr>
        <p:spPr/>
        <p:txBody>
          <a:bodyPr/>
          <a:lstStyle/>
          <a:p>
            <a:r>
              <a:rPr lang="en-US" dirty="0"/>
              <a:t>Scope</a:t>
            </a:r>
          </a:p>
        </p:txBody>
      </p:sp>
      <p:sp>
        <p:nvSpPr>
          <p:cNvPr id="3" name="Text Placeholder 2">
            <a:extLst>
              <a:ext uri="{FF2B5EF4-FFF2-40B4-BE49-F238E27FC236}">
                <a16:creationId xmlns:a16="http://schemas.microsoft.com/office/drawing/2014/main" id="{975BB655-0A8A-9E1C-BE80-1246C004CB84}"/>
              </a:ext>
            </a:extLst>
          </p:cNvPr>
          <p:cNvSpPr>
            <a:spLocks noGrp="1"/>
          </p:cNvSpPr>
          <p:nvPr>
            <p:ph type="body" idx="1"/>
          </p:nvPr>
        </p:nvSpPr>
        <p:spPr/>
        <p:txBody>
          <a:bodyPr/>
          <a:lstStyle/>
          <a:p>
            <a:pPr marL="431800" indent="-285750">
              <a:buFont typeface="Wingdings" charset="2"/>
              <a:buChar char="Ø"/>
            </a:pPr>
            <a:r>
              <a:rPr lang="en-US" dirty="0"/>
              <a:t>Alerts user from spam messages.</a:t>
            </a:r>
          </a:p>
          <a:p>
            <a:pPr marL="431800" indent="-285750">
              <a:buFont typeface="Wingdings" charset="2"/>
              <a:buChar char="Ø"/>
            </a:pPr>
            <a:endParaRPr lang="en-US" dirty="0"/>
          </a:p>
          <a:p>
            <a:pPr marL="431800" indent="-285750">
              <a:buFont typeface="Wingdings" charset="2"/>
              <a:buChar char="Ø"/>
            </a:pPr>
            <a:r>
              <a:rPr lang="en-US" dirty="0"/>
              <a:t>Enhance users security.</a:t>
            </a:r>
          </a:p>
          <a:p>
            <a:pPr marL="431800" indent="-285750">
              <a:buFont typeface="Wingdings" charset="2"/>
              <a:buChar char="Ø"/>
            </a:pPr>
            <a:endParaRPr lang="en-US" dirty="0"/>
          </a:p>
          <a:p>
            <a:pPr marL="431800" indent="-285750">
              <a:buFont typeface="Wingdings" charset="2"/>
              <a:buChar char="Ø"/>
            </a:pPr>
            <a:r>
              <a:rPr lang="en-US" dirty="0"/>
              <a:t>Provides user with better user experience. </a:t>
            </a:r>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34DFC3A2-CCEE-708B-8AE5-0D030192FA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34</a:t>
            </a:fld>
            <a:endParaRPr lang="en"/>
          </a:p>
        </p:txBody>
      </p:sp>
    </p:spTree>
    <p:extLst>
      <p:ext uri="{BB962C8B-B14F-4D97-AF65-F5344CB8AC3E}">
        <p14:creationId xmlns:p14="http://schemas.microsoft.com/office/powerpoint/2010/main" val="2025912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9AA1-CF84-BD14-29C5-BAE543234B34}"/>
              </a:ext>
            </a:extLst>
          </p:cNvPr>
          <p:cNvSpPr>
            <a:spLocks noGrp="1"/>
          </p:cNvSpPr>
          <p:nvPr>
            <p:ph type="title"/>
          </p:nvPr>
        </p:nvSpPr>
        <p:spPr/>
        <p:txBody>
          <a:bodyPr/>
          <a:lstStyle/>
          <a:p>
            <a:r>
              <a:rPr lang="en-US" dirty="0"/>
              <a:t>Limitation</a:t>
            </a:r>
          </a:p>
        </p:txBody>
      </p:sp>
      <p:sp>
        <p:nvSpPr>
          <p:cNvPr id="3" name="Text Placeholder 2">
            <a:extLst>
              <a:ext uri="{FF2B5EF4-FFF2-40B4-BE49-F238E27FC236}">
                <a16:creationId xmlns:a16="http://schemas.microsoft.com/office/drawing/2014/main" id="{C99EAE13-4581-B7C7-D5E1-6F87D8BF5C15}"/>
              </a:ext>
            </a:extLst>
          </p:cNvPr>
          <p:cNvSpPr>
            <a:spLocks noGrp="1"/>
          </p:cNvSpPr>
          <p:nvPr>
            <p:ph type="body" idx="1"/>
          </p:nvPr>
        </p:nvSpPr>
        <p:spPr/>
        <p:txBody>
          <a:bodyPr/>
          <a:lstStyle/>
          <a:p>
            <a:pPr marL="431800" indent="-285750">
              <a:buFont typeface="Wingdings" charset="2"/>
              <a:buChar char="Ø"/>
            </a:pPr>
            <a:r>
              <a:rPr lang="en-US" dirty="0">
                <a:solidFill>
                  <a:schemeClr val="tx1"/>
                </a:solidFill>
                <a:latin typeface="Söhne"/>
              </a:rPr>
              <a:t>Due to limited </a:t>
            </a:r>
            <a:r>
              <a:rPr lang="en-US" b="0" i="0" dirty="0">
                <a:solidFill>
                  <a:schemeClr val="tx1"/>
                </a:solidFill>
                <a:effectLst/>
                <a:latin typeface="Söhne"/>
              </a:rPr>
              <a:t>amount of data, the effectiveness of spam detection algorithm is limited.</a:t>
            </a:r>
            <a:endParaRPr lang="en-US">
              <a:solidFill>
                <a:schemeClr val="tx1"/>
              </a:solidFill>
              <a:latin typeface="Trebuchet MS"/>
            </a:endParaRPr>
          </a:p>
          <a:p>
            <a:pPr marL="431800" indent="-285750">
              <a:buFont typeface="Wingdings" charset="2"/>
              <a:buChar char="Ø"/>
            </a:pPr>
            <a:endParaRPr lang="en-US" dirty="0">
              <a:solidFill>
                <a:schemeClr val="tx1"/>
              </a:solidFill>
              <a:latin typeface="Söhne"/>
            </a:endParaRPr>
          </a:p>
          <a:p>
            <a:pPr marL="431800" indent="-285750">
              <a:buFont typeface="Wingdings" charset="2"/>
              <a:buChar char="Ø"/>
            </a:pPr>
            <a:r>
              <a:rPr lang="en-US" dirty="0">
                <a:solidFill>
                  <a:schemeClr val="tx1"/>
                </a:solidFill>
                <a:latin typeface="Söhne"/>
              </a:rPr>
              <a:t>Our project in only limited to once language (i.e. English ) so the system cannot detect spam messages in other language.</a:t>
            </a:r>
            <a:endParaRPr lang="en-US">
              <a:solidFill>
                <a:schemeClr val="tx1"/>
              </a:solidFill>
              <a:latin typeface="Trebuchet MS"/>
            </a:endParaRPr>
          </a:p>
          <a:p>
            <a:pPr marL="431800" indent="-285750">
              <a:buFont typeface="Wingdings" charset="2"/>
              <a:buChar char="Ø"/>
            </a:pPr>
            <a:endParaRPr lang="en-US" dirty="0">
              <a:solidFill>
                <a:schemeClr val="tx1"/>
              </a:solidFill>
              <a:latin typeface="Söhne"/>
            </a:endParaRPr>
          </a:p>
          <a:p>
            <a:pPr marL="431800" indent="-285750">
              <a:buFont typeface="Wingdings" charset="2"/>
              <a:buChar char="Ø"/>
            </a:pPr>
            <a:r>
              <a:rPr lang="en-US" dirty="0">
                <a:solidFill>
                  <a:schemeClr val="tx1"/>
                </a:solidFill>
                <a:latin typeface="Söhne"/>
              </a:rPr>
              <a:t>Spammers </a:t>
            </a:r>
            <a:r>
              <a:rPr lang="en-US" b="0" i="0" dirty="0">
                <a:solidFill>
                  <a:schemeClr val="tx1"/>
                </a:solidFill>
                <a:effectLst/>
                <a:latin typeface="Söhne"/>
              </a:rPr>
              <a:t>constantly evolving their tactics so the algorithm needs more future enhancements.</a:t>
            </a:r>
            <a:endParaRPr lang="en-US" b="0" i="0">
              <a:solidFill>
                <a:schemeClr val="tx1"/>
              </a:solidFill>
              <a:effectLst/>
              <a:latin typeface="Trebuchet MS"/>
            </a:endParaRPr>
          </a:p>
          <a:p>
            <a:pPr marL="146050" indent="0">
              <a:buNone/>
            </a:pPr>
            <a:endParaRPr lang="en-US" b="0" i="0" dirty="0">
              <a:solidFill>
                <a:schemeClr val="tx1"/>
              </a:solidFill>
              <a:effectLst/>
              <a:latin typeface="Söhne"/>
            </a:endParaRPr>
          </a:p>
        </p:txBody>
      </p:sp>
      <p:sp>
        <p:nvSpPr>
          <p:cNvPr id="5" name="Slide Number Placeholder 4">
            <a:extLst>
              <a:ext uri="{FF2B5EF4-FFF2-40B4-BE49-F238E27FC236}">
                <a16:creationId xmlns:a16="http://schemas.microsoft.com/office/drawing/2014/main" id="{603DE1D4-E5B3-4E08-FA21-4D6B980BFD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35</a:t>
            </a:fld>
            <a:endParaRPr lang="en"/>
          </a:p>
        </p:txBody>
      </p:sp>
    </p:spTree>
    <p:extLst>
      <p:ext uri="{BB962C8B-B14F-4D97-AF65-F5344CB8AC3E}">
        <p14:creationId xmlns:p14="http://schemas.microsoft.com/office/powerpoint/2010/main" val="1534920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9D76-5107-8AAA-7BAC-7F332B23D466}"/>
              </a:ext>
            </a:extLst>
          </p:cNvPr>
          <p:cNvSpPr>
            <a:spLocks noGrp="1"/>
          </p:cNvSpPr>
          <p:nvPr>
            <p:ph type="title"/>
          </p:nvPr>
        </p:nvSpPr>
        <p:spPr/>
        <p:txBody>
          <a:bodyPr/>
          <a:lstStyle/>
          <a:p>
            <a:r>
              <a:rPr lang="en-US" dirty="0">
                <a:latin typeface="Aptos Narrow" panose="020B0004020202020204" pitchFamily="34" charset="0"/>
              </a:rPr>
              <a:t>Future Enhancements</a:t>
            </a:r>
          </a:p>
        </p:txBody>
      </p:sp>
      <p:sp>
        <p:nvSpPr>
          <p:cNvPr id="3" name="Text Placeholder 2">
            <a:extLst>
              <a:ext uri="{FF2B5EF4-FFF2-40B4-BE49-F238E27FC236}">
                <a16:creationId xmlns:a16="http://schemas.microsoft.com/office/drawing/2014/main" id="{92C8B7D3-86F2-AD8B-7E10-90994AB43B53}"/>
              </a:ext>
            </a:extLst>
          </p:cNvPr>
          <p:cNvSpPr>
            <a:spLocks noGrp="1"/>
          </p:cNvSpPr>
          <p:nvPr>
            <p:ph type="body" idx="1"/>
          </p:nvPr>
        </p:nvSpPr>
        <p:spPr/>
        <p:txBody>
          <a:bodyPr/>
          <a:lstStyle/>
          <a:p>
            <a:pPr marL="431800" indent="-285750">
              <a:buFont typeface="Wingdings" charset="2"/>
              <a:buChar char="Ø"/>
            </a:pPr>
            <a:r>
              <a:rPr lang="en-US" dirty="0">
                <a:latin typeface="Aptos Narrow" panose="020B0004020202020204" pitchFamily="34" charset="0"/>
              </a:rPr>
              <a:t>Improving quality of training data.</a:t>
            </a:r>
          </a:p>
          <a:p>
            <a:pPr marL="431800" indent="-285750">
              <a:buFont typeface="Wingdings" charset="2"/>
              <a:buChar char="Ø"/>
            </a:pPr>
            <a:endParaRPr lang="en-US">
              <a:latin typeface="Aptos Narrow" panose="020B0004020202020204" pitchFamily="34" charset="0"/>
            </a:endParaRPr>
          </a:p>
          <a:p>
            <a:pPr marL="431800" indent="-285750">
              <a:buFont typeface="Wingdings" charset="2"/>
              <a:buChar char="Ø"/>
            </a:pPr>
            <a:r>
              <a:rPr lang="en-US" dirty="0">
                <a:latin typeface="Aptos Narrow" panose="020B0004020202020204" pitchFamily="34" charset="0"/>
              </a:rPr>
              <a:t>Support for other languages.</a:t>
            </a:r>
          </a:p>
          <a:p>
            <a:pPr marL="431800" indent="-285750">
              <a:buFont typeface="Wingdings" charset="2"/>
              <a:buChar char="Ø"/>
            </a:pPr>
            <a:endParaRPr lang="en-US" dirty="0">
              <a:latin typeface="Aptos Narrow" panose="020B0004020202020204" pitchFamily="34" charset="0"/>
            </a:endParaRPr>
          </a:p>
          <a:p>
            <a:pPr marL="431800" indent="-285750">
              <a:buFont typeface="Wingdings" charset="2"/>
              <a:buChar char="Ø"/>
            </a:pPr>
            <a:r>
              <a:rPr lang="en-US" dirty="0">
                <a:latin typeface="Aptos Narrow" panose="020B0004020202020204" pitchFamily="34" charset="0"/>
              </a:rPr>
              <a:t>Expand to other domains like audio, images.</a:t>
            </a:r>
          </a:p>
          <a:p>
            <a:endParaRPr lang="en-US" dirty="0">
              <a:latin typeface="Aptos Narrow" panose="020B0004020202020204" pitchFamily="34" charset="0"/>
            </a:endParaRPr>
          </a:p>
        </p:txBody>
      </p:sp>
      <p:sp>
        <p:nvSpPr>
          <p:cNvPr id="5" name="Slide Number Placeholder 4">
            <a:extLst>
              <a:ext uri="{FF2B5EF4-FFF2-40B4-BE49-F238E27FC236}">
                <a16:creationId xmlns:a16="http://schemas.microsoft.com/office/drawing/2014/main" id="{473402AC-24FC-0210-458C-328270DF3D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latin typeface="Aptos Narrow" panose="020B0004020202020204" pitchFamily="34" charset="0"/>
              </a:rPr>
              <a:pPr marL="0" lvl="0" indent="0" algn="r" rtl="0">
                <a:spcBef>
                  <a:spcPts val="0"/>
                </a:spcBef>
                <a:spcAft>
                  <a:spcPts val="0"/>
                </a:spcAft>
                <a:buNone/>
              </a:pPr>
              <a:t>36</a:t>
            </a:fld>
            <a:endParaRPr lang="en">
              <a:latin typeface="Aptos Narrow" panose="020B0004020202020204" pitchFamily="34" charset="0"/>
            </a:endParaRPr>
          </a:p>
        </p:txBody>
      </p:sp>
    </p:spTree>
    <p:extLst>
      <p:ext uri="{BB962C8B-B14F-4D97-AF65-F5344CB8AC3E}">
        <p14:creationId xmlns:p14="http://schemas.microsoft.com/office/powerpoint/2010/main" val="4129334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5"/>
          <p:cNvSpPr txBox="1">
            <a:spLocks noGrp="1"/>
          </p:cNvSpPr>
          <p:nvPr>
            <p:ph type="title" idx="4294967295"/>
          </p:nvPr>
        </p:nvSpPr>
        <p:spPr>
          <a:xfrm>
            <a:off x="822251" y="1858962"/>
            <a:ext cx="6486525" cy="14255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b="1" dirty="0">
                <a:latin typeface="Roboto"/>
                <a:ea typeface="Roboto"/>
                <a:cs typeface="Roboto"/>
                <a:sym typeface="Roboto"/>
              </a:rPr>
              <a:t>Thank You</a:t>
            </a:r>
            <a:endParaRPr sz="4800" b="1" dirty="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1044</TotalTime>
  <Words>1178</Words>
  <Application>Microsoft Office PowerPoint</Application>
  <PresentationFormat>On-screen Show (16:9)</PresentationFormat>
  <Paragraphs>258</Paragraphs>
  <Slides>37</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Times New Roman</vt:lpstr>
      <vt:lpstr>Lato</vt:lpstr>
      <vt:lpstr>Trebuchet MS</vt:lpstr>
      <vt:lpstr>Courier New</vt:lpstr>
      <vt:lpstr>Arial</vt:lpstr>
      <vt:lpstr>Bahnschrift SemiBold</vt:lpstr>
      <vt:lpstr>Wingdings 3</vt:lpstr>
      <vt:lpstr>Roboto</vt:lpstr>
      <vt:lpstr>Wingdings</vt:lpstr>
      <vt:lpstr>Söhne</vt:lpstr>
      <vt:lpstr>Calibri</vt:lpstr>
      <vt:lpstr>Aptos Narrow</vt:lpstr>
      <vt:lpstr>Facet</vt:lpstr>
      <vt:lpstr>PowerPoint Presentation</vt:lpstr>
      <vt:lpstr>Spam Detection System</vt:lpstr>
      <vt:lpstr>Problem Statement </vt:lpstr>
      <vt:lpstr>Objectives</vt:lpstr>
      <vt:lpstr>Literature Review</vt:lpstr>
      <vt:lpstr>Functional Requirements</vt:lpstr>
      <vt:lpstr>Non Functional Requirements</vt:lpstr>
      <vt:lpstr>Feasibility Study</vt:lpstr>
      <vt:lpstr>Software Requirements</vt:lpstr>
      <vt:lpstr>Methodology</vt:lpstr>
      <vt:lpstr>Software Development Approach</vt:lpstr>
      <vt:lpstr>System Block  </vt:lpstr>
      <vt:lpstr>PowerPoint Presentation</vt:lpstr>
      <vt:lpstr>Use Case Diagram</vt:lpstr>
      <vt:lpstr>Sequence Diagram</vt:lpstr>
      <vt:lpstr>Flowchart</vt:lpstr>
      <vt:lpstr>Data Cleaning</vt:lpstr>
      <vt:lpstr>Data Pre-Processing</vt:lpstr>
      <vt:lpstr>Vectorization</vt:lpstr>
      <vt:lpstr>TF-IDF Vectorization</vt:lpstr>
      <vt:lpstr>PowerPoint Presentation</vt:lpstr>
      <vt:lpstr>Bag of Words Vectorization</vt:lpstr>
      <vt:lpstr>Modeling</vt:lpstr>
      <vt:lpstr>Logistic Regression(LR)  </vt:lpstr>
      <vt:lpstr>PowerPoint Presentation</vt:lpstr>
      <vt:lpstr>Hyperparameter Tuning Using GridSearchCV </vt:lpstr>
      <vt:lpstr>PowerPoint Presentation</vt:lpstr>
      <vt:lpstr>PowerPoint Presentation</vt:lpstr>
      <vt:lpstr>Naive Bayes Classifier(NB) </vt:lpstr>
      <vt:lpstr>PowerPoint Presentation</vt:lpstr>
      <vt:lpstr>Gantt chart</vt:lpstr>
      <vt:lpstr>Deployment</vt:lpstr>
      <vt:lpstr>Conclusion</vt:lpstr>
      <vt:lpstr>Scope</vt:lpstr>
      <vt:lpstr>Limitation</vt:lpstr>
      <vt:lpstr>Future Enhancements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 Email Detection</dc:title>
  <dc:creator>sankalpa kandel</dc:creator>
  <cp:lastModifiedBy>Srijan Tangnami Magar</cp:lastModifiedBy>
  <cp:revision>445</cp:revision>
  <dcterms:modified xsi:type="dcterms:W3CDTF">2025-02-19T19:01:38Z</dcterms:modified>
</cp:coreProperties>
</file>